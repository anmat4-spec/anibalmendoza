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2" r:id="rId5"/>
    <p:sldMasterId id="2147483701" r:id="rId6"/>
  </p:sldMasterIdLst>
  <p:notesMasterIdLst>
    <p:notesMasterId r:id="rId12"/>
  </p:notesMasterIdLst>
  <p:handoutMasterIdLst>
    <p:handoutMasterId r:id="rId13"/>
  </p:handoutMasterIdLst>
  <p:sldIdLst>
    <p:sldId id="256" r:id="rId11"/>
    <p:sldId id="257" r:id="rId10"/>
    <p:sldId id="258" r:id="rId9"/>
    <p:sldId id="259" r:id="rId8"/>
    <p:sldId id="260" r:id="rId7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erto Junior Sanchez Arteaga" initials="RJSA" lastIdx="2" clrIdx="0">
    <p:extLst>
      <p:ext uri="{19B8F6BF-5375-455C-9EA6-DF929625EA0E}">
        <p15:presenceInfo xmlns:p15="http://schemas.microsoft.com/office/powerpoint/2012/main" userId="S-1-5-21-823518204-842925246-725345543-112162" providerId="AD"/>
      </p:ext>
    </p:extLst>
  </p:cmAuthor>
  <p:cmAuthor id="2" name="Ines Hurtado De Mendoza Rosas" initials="IHDMR" lastIdx="3" clrIdx="1">
    <p:extLst>
      <p:ext uri="{19B8F6BF-5375-455C-9EA6-DF929625EA0E}">
        <p15:presenceInfo xmlns:p15="http://schemas.microsoft.com/office/powerpoint/2012/main" userId="S-1-5-21-823518204-842925246-725345543-78309" providerId="AD"/>
      </p:ext>
    </p:extLst>
  </p:cmAuthor>
  <p:cmAuthor id="3" name="Milagros Angela Marcelo TravezaÑo" initials="MAMT" lastIdx="6" clrIdx="2">
    <p:extLst>
      <p:ext uri="{19B8F6BF-5375-455C-9EA6-DF929625EA0E}">
        <p15:presenceInfo xmlns:p15="http://schemas.microsoft.com/office/powerpoint/2012/main" userId="S-1-5-21-823518204-842925246-725345543-126584" providerId="AD"/>
      </p:ext>
    </p:extLst>
  </p:cmAuthor>
  <p:cmAuthor id="4" name="Greisy Angela Alania Alvarez" initials="GAAA" lastIdx="2" clrIdx="3">
    <p:extLst>
      <p:ext uri="{19B8F6BF-5375-455C-9EA6-DF929625EA0E}">
        <p15:presenceInfo xmlns:p15="http://schemas.microsoft.com/office/powerpoint/2012/main" userId="S-1-5-21-823518204-842925246-725345543-1309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327B"/>
    <a:srgbClr val="3F3178"/>
    <a:srgbClr val="FFFFFF"/>
    <a:srgbClr val="14327F"/>
    <a:srgbClr val="000000"/>
    <a:srgbClr val="F2F2F2"/>
    <a:srgbClr val="29FFFF"/>
    <a:srgbClr val="263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edio 1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9" autoAdjust="0"/>
    <p:restoredTop sz="93186" autoAdjust="0"/>
  </p:normalViewPr>
  <p:slideViewPr>
    <p:cSldViewPr snapToGrid="0" snapToObjects="1">
      <p:cViewPr varScale="1">
        <p:scale>
          <a:sx n="69" d="100"/>
          <a:sy n="69" d="100"/>
        </p:scale>
        <p:origin x="708" y="5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9" d="100"/>
          <a:sy n="129" d="100"/>
        </p:scale>
        <p:origin x="5432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D2A8B0A-3125-7747-8681-401E1E759D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A4CC1A6-5BE0-534F-A6AB-14EEBB8F07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0D0E0-3E51-B641-8D51-47D5A300E52C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7F7040A-DE7A-7E4F-AAE8-520D952696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106285D-20AB-4E45-B6E4-7ED4E6F1009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1BB7-8812-D749-886E-BBBA000B73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51462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E54221-5E7B-C942-9467-92D33C6058BF}" type="datetimeFigureOut">
              <a:rPr lang="es-ES" smtClean="0"/>
              <a:t>27/10/2026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77CFA-A1D3-F644-8EDE-9A372A9BAD1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191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Propósito: sustentar una decisión técnica verificable. No afirmar que la malla soporta el impacto antes de cerrar los puntos de ingeniería. Se usó el archivo EJEMPLO 1 como plantilla real, conservando maestros, tema, motivo de portada y recursos visuales.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 y §16. La capacidad instalada no está demostrada con los documentos entregados. El procedimiento permite avanzar separando temporalmente los frentes con exclusión efectiva del nivel inferior expuesto.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§3. Plano solo información; no hay trazado definitivo de barreras. No medir dimensiones sobre el recorte ni trasladar energías de Corredor Este a OPP.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§5. La diferencia no es editorial: cambia materiales, rigidez, suelo movilizado y trayectoria de transmisión. Dimensiones transcritas, no prescripción para construir en OPP.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§4. Verificar vigencia en intranet. Responsables de Antamina lideran prioridad y coordinación; IPERC continuo y ATS cuando corresponda; cambio de planes exige parada y reanálisis. No confundir coordinación con demostración de capacidad.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§6. No son capacidad de la barrera ni demanda de OPP. Se conserva el factor 1,30 del Anexo para comparación. No inferir rotación restando máximos no sincronizados.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§6. Ejemplos hipotéticos, no medidos. E=mgH, v inicial cero, factor 1,30. H es desnivel vertical hasta impacto. La energía sola no caracteriza punzonamiento.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§7. Para respuesta lineal: Ed=1/2 Fpico δ. La ecuación no verifica δ. Se requiere curva fuerza–desplazamiento o validación representativa del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§8. Sección Ø150 mm, voladizo 2 m, δ=1,5 m. fb=60 MPa no validada como resistencia de diseño. El reparto necesita modelo de rigidez y conexiones. Casos con retenida requieren modelo compatible.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§9. T=Fpico/(2sinθ) con a=2,5 m, δm=0,5 m. Capacidad nominal del Anexo basada en fu y η arbitraria. Requiere ancho real, orientación, reparto por capas, uniones y validación de punzonamiento.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§11. Sensibilidad ilustrativa con misma expresión simplificada del Anexo, mismo d=0,4 m y mismo suelo. Hu proporcional a L². No es dimensionamiento para OPP ni verificación formal de Broms. Datos locales pendientes.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§12. Dos capas no son dos filas. Las filas no suman capacidades. El peligro puede escapar por arriba, abajo o extremos. Se requiere altura residual y envolvente dinámica de cada sistema.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§13. Condición actual: capacidad instalada no demostrada. Toda actividad con exposición de nivel inferior debe separarse hasta validar control. La malla no habilita trabajo bajo cargas suspendidas.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§14–15. Cerrar puntos críticos antes de liberar. Firmas del proyectista, geotecnia y responsables de las áreas según competencias. No usar una inspección visual como sustitución de capacidad demostrada.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Actualización del usuario: aún no instalado; madera tornillo. Informe §§11A–11C. Cribado con expresión simplificada del Anexo; suelo local no confirmado, δ no validada, no es diseño constructivo. F=22,187 kN sobre un poste; FS objetivo 2. Lmin=raíz(2 FS F/(γ De Kp)).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Informe §11B. Poste idealizado apoyado en cabeza y base; máximo de momento a media altura. Ø250 mm exige fb de diseño≥7,23 MPa. Retenida envolvente a 45°:31,38 kN; se debe acreditar resistencia efectiva≥94,13 kN si objetivo rotura/demanda=3. Cable de 54 kN del Anexo no sirve con un solo poste recibiendo el impacto.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Conclusión RT-01 §16. Aritmética de referencia reproducida; capacidad instalada no demostrada. No puede acreditarse 12 o 16,6 kJ a la malla actual. Avanzar con ventanas exclusivas o cerrar diseño y validación para evaluar simultaneidad.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jpe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F56F1-E5EA-164C-AF6C-1383752656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400" y="2305581"/>
            <a:ext cx="9144000" cy="2155911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ts val="8400"/>
              </a:lnSpc>
              <a:defRPr sz="80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Presentación </a:t>
            </a:r>
            <a:br>
              <a:rPr lang="es-ES" dirty="0"/>
            </a:br>
            <a:r>
              <a:rPr lang="es-ES" dirty="0"/>
              <a:t>Título</a:t>
            </a:r>
          </a:p>
        </p:txBody>
      </p:sp>
      <p:sp>
        <p:nvSpPr>
          <p:cNvPr id="25" name="Marcador de contenido 24">
            <a:extLst>
              <a:ext uri="{FF2B5EF4-FFF2-40B4-BE49-F238E27FC236}">
                <a16:creationId xmlns:a16="http://schemas.microsoft.com/office/drawing/2014/main" id="{A229E394-2E1D-C94E-BD05-C33C57C748E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1400" y="4461492"/>
            <a:ext cx="5919787" cy="2492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Subtítulo presentación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1A79B623-3DCE-6C40-A34D-0AE98BEF2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6457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pic>
        <p:nvPicPr>
          <p:cNvPr id="7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177131" y="207708"/>
            <a:ext cx="2905460" cy="14731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388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BF85493E-326A-CA4A-AA97-52900D1CF9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41400" y="2305581"/>
            <a:ext cx="5335587" cy="194925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7600"/>
              </a:lnSpc>
              <a:defRPr sz="70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Presentación </a:t>
            </a:r>
            <a:br>
              <a:rPr lang="es-ES" dirty="0"/>
            </a:br>
            <a:r>
              <a:rPr lang="es-ES" dirty="0"/>
              <a:t>Título</a:t>
            </a:r>
          </a:p>
        </p:txBody>
      </p:sp>
      <p:sp>
        <p:nvSpPr>
          <p:cNvPr id="7" name="Marcador de contenido 24">
            <a:extLst>
              <a:ext uri="{FF2B5EF4-FFF2-40B4-BE49-F238E27FC236}">
                <a16:creationId xmlns:a16="http://schemas.microsoft.com/office/drawing/2014/main" id="{5D35A164-19E4-294F-A34A-39C4E03DC3A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041400" y="4254833"/>
            <a:ext cx="5335587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860"/>
              </a:lnSpc>
              <a:spcBef>
                <a:spcPts val="0"/>
              </a:spcBef>
              <a:buFontTx/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Subtítulo presentación</a:t>
            </a:r>
          </a:p>
        </p:txBody>
      </p:sp>
      <p:sp>
        <p:nvSpPr>
          <p:cNvPr id="10" name="Marcador de posición de imagen 9">
            <a:extLst>
              <a:ext uri="{FF2B5EF4-FFF2-40B4-BE49-F238E27FC236}">
                <a16:creationId xmlns:a16="http://schemas.microsoft.com/office/drawing/2014/main" id="{E14955C5-93E7-8148-8264-F49F5780B85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4313" y="0"/>
            <a:ext cx="56276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D3E4C2D3-B69E-AF47-B6F2-53EA6B3A6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6457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pic>
        <p:nvPicPr>
          <p:cNvPr id="8" name="Imagen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3203494" cy="174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>
            <a:extLst>
              <a:ext uri="{FF2B5EF4-FFF2-40B4-BE49-F238E27FC236}">
                <a16:creationId xmlns:a16="http://schemas.microsoft.com/office/drawing/2014/main" id="{84591560-A98D-F84B-A1B6-DCF9FF2965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314970"/>
            <a:ext cx="9144000" cy="8717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ts val="6600"/>
              </a:lnSpc>
              <a:defRPr sz="70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pic>
        <p:nvPicPr>
          <p:cNvPr id="12" name="Imagen 11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3633D0D1-DB6E-EF4E-8826-A6D1DA6559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4058" y="339782"/>
            <a:ext cx="939001" cy="460964"/>
          </a:xfrm>
          <a:prstGeom prst="rect">
            <a:avLst/>
          </a:prstGeom>
        </p:spPr>
      </p:pic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3734C598-C192-4C4C-98E4-57111D220B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6457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4" name="Marcador de pie de página 4">
            <a:extLst>
              <a:ext uri="{FF2B5EF4-FFF2-40B4-BE49-F238E27FC236}">
                <a16:creationId xmlns:a16="http://schemas.microsoft.com/office/drawing/2014/main" id="{8997AF0D-88CC-0A44-B446-5699DB1444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5125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CA834210-32DD-B546-9EE9-3C4C50F890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33066"/>
            <a:ext cx="2447925" cy="91018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7000"/>
              </a:lnSpc>
              <a:spcBef>
                <a:spcPts val="0"/>
              </a:spcBef>
              <a:buFontTx/>
              <a:buNone/>
              <a:defRPr sz="7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54886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illa 0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F11EF7-0AC9-274B-AF11-105BF9C642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433066"/>
            <a:ext cx="2447925" cy="91018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7000"/>
              </a:lnSpc>
              <a:spcBef>
                <a:spcPts val="0"/>
              </a:spcBef>
              <a:buFontTx/>
              <a:buNone/>
              <a:defRPr sz="70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01</a:t>
            </a:r>
          </a:p>
        </p:txBody>
      </p:sp>
      <p:sp>
        <p:nvSpPr>
          <p:cNvPr id="13" name="Marcador de fecha 3">
            <a:extLst>
              <a:ext uri="{FF2B5EF4-FFF2-40B4-BE49-F238E27FC236}">
                <a16:creationId xmlns:a16="http://schemas.microsoft.com/office/drawing/2014/main" id="{C8EF352F-A4B3-D145-9AA9-BD3809F42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6457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89C81D35-04C8-6C40-A523-02A3F13D5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5125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F38CF8E6-3981-794E-974F-DADB24E0E1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314970"/>
            <a:ext cx="9144000" cy="8717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algn="l">
              <a:lnSpc>
                <a:spcPts val="6600"/>
              </a:lnSpc>
              <a:defRPr sz="70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capítulo</a:t>
            </a:r>
          </a:p>
        </p:txBody>
      </p:sp>
      <p:pic>
        <p:nvPicPr>
          <p:cNvPr id="8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932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portada 0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132BE27-CEC0-8948-9C1B-4A2D16A065B7}"/>
              </a:ext>
            </a:extLst>
          </p:cNvPr>
          <p:cNvSpPr txBox="1"/>
          <p:nvPr userDrawn="1"/>
        </p:nvSpPr>
        <p:spPr>
          <a:xfrm>
            <a:off x="3884735" y="5846885"/>
            <a:ext cx="442253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600" b="0" i="0" dirty="0" err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www.ohla-group.com</a:t>
            </a:r>
            <a:endParaRPr lang="es-ES" sz="2600" b="0" i="0" dirty="0">
              <a:solidFill>
                <a:schemeClr val="bg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616301" y="1357565"/>
            <a:ext cx="6723804" cy="340925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872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9317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8832977" y="0"/>
                </a:lnTo>
                <a:lnTo>
                  <a:pt x="0" y="4968494"/>
                </a:lnTo>
                <a:lnTo>
                  <a:pt x="0" y="6857999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AB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4968494"/>
                </a:moveTo>
                <a:lnTo>
                  <a:pt x="8832977" y="0"/>
                </a:lnTo>
                <a:lnTo>
                  <a:pt x="12192000" y="0"/>
                </a:lnTo>
                <a:lnTo>
                  <a:pt x="0" y="6857999"/>
                </a:lnTo>
                <a:lnTo>
                  <a:pt x="0" y="4968494"/>
                </a:lnTo>
                <a:close/>
              </a:path>
            </a:pathLst>
          </a:custGeom>
          <a:ln w="12700">
            <a:solidFill>
              <a:srgbClr val="0046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5317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spc="-20" dirty="0"/>
              <a:t>OHLA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084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B5023D-DA11-A144-A9DC-1014A8C01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24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6694A35B-F8B0-1F4D-8370-7C276F444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BBA16E2E-C89F-6743-B261-4A17C1866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32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E59F214-4609-2345-92B3-DF47125D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EAFEE5F-C8BD-ED43-9E72-A34CC9281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11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E59F214-4609-2345-92B3-DF47125D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EAFEE5F-C8BD-ED43-9E72-A34CC9281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005034-4CD4-FE42-97D7-F4631BAB55B5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5A6CE2C-C060-3141-AD21-2A9429F0D9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62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36FA4678-E4A1-104F-A6DB-CE1C5FE32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0292D9E4-2490-D942-B5E0-7AC21117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C3E8A9CC-B961-7542-B542-CE6E54018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CF0854C-5F2D-D047-992D-A0A4913F2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302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36FA4678-E4A1-104F-A6DB-CE1C5FE32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0292D9E4-2490-D942-B5E0-7AC21117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C3E8A9CC-B961-7542-B542-CE6E54018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CF0854C-5F2D-D047-992D-A0A4913F2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E02E2E5-C85E-4A40-BC9B-2B24E807BF73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E8D386A3-DAE1-3243-8B6B-B91990D83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52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B5023D-DA11-A144-A9DC-1014A8C01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43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B5023D-DA11-A144-A9DC-1014A8C01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6BB603-D7DF-3F4C-9255-9CF9822519BA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E0B08286-1F82-9449-A0EA-9C57957E8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68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CECD416-984A-B043-9197-C6FD1EB4D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5955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CECD416-984A-B043-9197-C6FD1EB4D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192DC4DE-17EC-6A4C-80DB-1E0FF4F7A2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1821925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7">
            <a:extLst>
              <a:ext uri="{FF2B5EF4-FFF2-40B4-BE49-F238E27FC236}">
                <a16:creationId xmlns:a16="http://schemas.microsoft.com/office/drawing/2014/main" id="{75895772-3356-CB4C-BA81-67BD8C1124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60CD4559-D944-A447-80F8-6FAD61310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BF508964-3AF9-ED41-843E-E824BCF3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7810E033-85F7-144D-A58F-BACD89A6B3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0857782-BCF2-0444-9015-CC885BABC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6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6A797C43-7272-7548-BFB3-30CD3C740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15D707-9F25-4C4F-BB0A-35C0FC47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6807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6A797C43-7272-7548-BFB3-30CD3C740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15D707-9F25-4C4F-BB0A-35C0FC47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BFEC913A-F26D-3C45-934A-1BB46D16D4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35013537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7446" y="2458952"/>
            <a:ext cx="6257109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7828D88D-4EBC-9C40-BF67-F09628DC4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11E97AB6-0FFD-1048-8300-8DFCA9030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55E9071-27F3-C246-812F-4433A9D05A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05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7828D88D-4EBC-9C40-BF67-F09628DC4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11E97AB6-0FFD-1048-8300-8DFCA9030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55E9071-27F3-C246-812F-4433A9D05A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CF70DDE9-413F-1848-B1C3-B1AE5F66A4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7446" y="2458952"/>
            <a:ext cx="6257109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2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61611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1611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F409EA6C-1B2A-F340-96FC-D3EE45564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4E7F4A7E-A4E3-E848-893B-34DF5DD3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D37CF12-5B67-AE43-A4E3-FF6312838B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9F2AF5B-384C-B84D-93DF-1D92DBFAB7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EED90C3-4631-3B44-8350-3B6FFDBE8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0B6F285E-788C-C348-802E-9D2C255156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1611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346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7E3E314-0DF8-8544-B221-5A10C7BFA62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A9BD15D-26C7-8846-A9E0-324553504A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3DF34E1-D262-A24E-887D-9DB75329D8F8}"/>
              </a:ext>
            </a:extLst>
          </p:cNvPr>
          <p:cNvCxnSpPr>
            <a:cxnSpLocks/>
          </p:cNvCxnSpPr>
          <p:nvPr userDrawn="1"/>
        </p:nvCxnSpPr>
        <p:spPr>
          <a:xfrm>
            <a:off x="6381634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0A9B66C2-3B56-D041-82B2-DD97E66997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1635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52EAB956-DF80-0B46-BB6C-8E173025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597059D5-89D8-1E42-AA04-E6DA8C574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9B91909-7945-3B44-9A36-C0220DAE5C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AD48F94-4FB3-F543-998F-274ACF18FC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E13EDF6-262F-E544-B4E1-49AC1F9505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C51BC8BA-4F25-B24C-8CE4-B336C37896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032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1AB6C488-DEDE-B04F-8163-3986668EE8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001259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7C5DB6C9-57E6-C04F-B520-E3E5230034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0320" y="4001259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7" name="Imagen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167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543A0D6-52C4-DF45-B355-8938C7830A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30169772-27C9-B54A-BF79-AF1A1601B0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A4B0B98-D477-8C41-B32C-C3B206A184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F90A5009-DC0F-D74D-9F6D-CCD320240E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0263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CCEC9A9C-C7D5-D94E-89B9-605F011BCD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2034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9884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DA9A7E7-64B1-8545-B861-9BE7E4C1E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74315" y="236654"/>
            <a:ext cx="934732" cy="460964"/>
          </a:xfrm>
          <a:prstGeom prst="rect">
            <a:avLst/>
          </a:prstGeom>
        </p:spPr>
      </p:pic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E5FDE899-0EC9-E74A-AEE3-A0B124943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B85D7984-001E-F64C-B6BC-0FDC4F6624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1EDF824D-9D5E-1844-A036-463C0AE071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106C6299-C267-2140-A6C7-163D6A1A02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0263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8F558BC5-0CAE-E343-BD67-4976DF859E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2034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35777768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C82F9F07-5DF4-E74C-B3FF-CE45CB036A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1667643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F409EA6C-1B2A-F340-96FC-D3EE45564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4E7F4A7E-A4E3-E848-893B-34DF5DD3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B5CF851-ACD7-2E4C-948C-100F121EB9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69796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C82F9F07-5DF4-E74C-B3FF-CE45CB036A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1667643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389C9C35-DF70-254F-B31E-F94CEF1E52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200" y="3683057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7E3E314-0DF8-8544-B221-5A10C7BFA62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A9BD15D-26C7-8846-A9E0-324553504A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2ACA25AE-B06B-1C4A-8836-CAD1B5EFA9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635" y="3683056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3DF34E1-D262-A24E-887D-9DB75329D8F8}"/>
              </a:ext>
            </a:extLst>
          </p:cNvPr>
          <p:cNvCxnSpPr>
            <a:cxnSpLocks/>
          </p:cNvCxnSpPr>
          <p:nvPr userDrawn="1"/>
        </p:nvCxnSpPr>
        <p:spPr>
          <a:xfrm>
            <a:off x="6381634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0A9B66C2-3B56-D041-82B2-DD97E66997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1635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52EAB956-DF80-0B46-BB6C-8E173025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597059D5-89D8-1E42-AA04-E6DA8C574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4DAB769-83B8-6643-BFE6-258E7518D5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2" name="Imagen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615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64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748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64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2" name="Imagen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5722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12192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99570621-6DDB-DE48-8BDE-3B6D4C4CED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7426D86-1AE9-8D4F-B087-98657905D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48AC5C2D-2ABE-444E-8E17-5360171F02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882E591-8E7C-DA41-A9CD-683FC7F13F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110FF79-2FA9-AA4C-BDD1-EC7FA598A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pic>
        <p:nvPicPr>
          <p:cNvPr id="14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34889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12" y="115213"/>
            <a:ext cx="1121538" cy="660897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12192000" cy="25841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99570621-6DDB-DE48-8BDE-3B6D4C4CED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7426D86-1AE9-8D4F-B087-98657905D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48AC5C2D-2ABE-444E-8E17-5360171F02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882E591-8E7C-DA41-A9CD-683FC7F13F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110FF79-2FA9-AA4C-BDD1-EC7FA598A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pic>
        <p:nvPicPr>
          <p:cNvPr id="14" name="Imagen 1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F11A31D-BD8F-EB4D-9B99-15715E84F4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38455662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33A1125-7ED1-844F-8A1D-5091D5826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539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36000" rIns="0" bIns="7200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1078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33A1125-7ED1-844F-8A1D-5091D5826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5399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36000" rIns="0" bIns="7200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0245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934272"/>
            <a:ext cx="5422739" cy="70218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5400"/>
              </a:lnSpc>
              <a:defRPr sz="54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0" name="Imagen 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DA9A7E7-64B1-8545-B861-9BE7E4C1E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930456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108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legal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9D2FA0C2-A2BC-2740-B929-0A1AB2A391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90042" y="5935541"/>
            <a:ext cx="2401957" cy="328909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>
            <a:spAutoFit/>
          </a:bodyPr>
          <a:lstStyle>
            <a:lvl1pPr marL="0" indent="0">
              <a:buFontTx/>
              <a:buNone/>
              <a:defRPr sz="8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23" name="Marcador de posición de imagen 9">
            <a:extLst>
              <a:ext uri="{FF2B5EF4-FFF2-40B4-BE49-F238E27FC236}">
                <a16:creationId xmlns:a16="http://schemas.microsoft.com/office/drawing/2014/main" id="{A3B7B41B-F4BA-0344-8284-BEA195DB23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A8D0269A-3AEE-554B-A01F-4A5949EBD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BC49E97D-1698-E943-9A92-203385CA0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5367716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930456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9D2FA0C2-A2BC-2740-B929-0A1AB2A391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90042" y="5935541"/>
            <a:ext cx="2401957" cy="328909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>
            <a:spAutoFit/>
          </a:bodyPr>
          <a:lstStyle>
            <a:lvl1pPr marL="0" indent="0">
              <a:buFontTx/>
              <a:buNone/>
              <a:defRPr sz="8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23" name="Marcador de posición de imagen 9">
            <a:extLst>
              <a:ext uri="{FF2B5EF4-FFF2-40B4-BE49-F238E27FC236}">
                <a16:creationId xmlns:a16="http://schemas.microsoft.com/office/drawing/2014/main" id="{A3B7B41B-F4BA-0344-8284-BEA195DB23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714CD9D-084A-DF46-B2C8-7CFB6111FC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934272"/>
            <a:ext cx="5422739" cy="70218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5400"/>
              </a:lnSpc>
              <a:defRPr sz="54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31452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EB80A6C6-5783-4F4A-881E-BB3F9E2501FD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DD90E773-A42D-4748-AD65-E6780664A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CF5D70E0-C3DD-4144-B454-150F774E1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6C6CC44-B7A7-EA43-BF1B-FCEE1E8D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3" name="Imagen 1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CF91364-3854-CC4A-BFD3-DB155CF93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40405395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EB80A6C6-5783-4F4A-881E-BB3F9E2501FD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DD90E773-A42D-4748-AD65-E6780664A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CF5D70E0-C3DD-4144-B454-150F774E1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6C6CC44-B7A7-EA43-BF1B-FCEE1E8D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Marcador de contenido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0" t="5762" r="2391" b="6619"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11274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863044"/>
            <a:ext cx="11208027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6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6773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4D8ECEC0-8531-0B47-A4DC-CE1F038F5C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6774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401584E-4C05-C545-A858-9209C89145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7016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A19681D7-E8A5-B84A-B756-9E2807EF02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7016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C964DC76-D32B-534A-BA70-5CB9C61AE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7260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posición de imagen 9">
            <a:extLst>
              <a:ext uri="{FF2B5EF4-FFF2-40B4-BE49-F238E27FC236}">
                <a16:creationId xmlns:a16="http://schemas.microsoft.com/office/drawing/2014/main" id="{927C432E-D065-7049-8202-2ADA5B18D8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67260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5" name="Marcador de fecha 3">
            <a:extLst>
              <a:ext uri="{FF2B5EF4-FFF2-40B4-BE49-F238E27FC236}">
                <a16:creationId xmlns:a16="http://schemas.microsoft.com/office/drawing/2014/main" id="{F2D7A498-3EB7-4F45-AF19-EF583A6B3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6" name="Marcador de pie de página 4">
            <a:extLst>
              <a:ext uri="{FF2B5EF4-FFF2-40B4-BE49-F238E27FC236}">
                <a16:creationId xmlns:a16="http://schemas.microsoft.com/office/drawing/2014/main" id="{72AA7FD7-9893-4D48-9730-26931799A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443CB88-9312-F646-BBDA-3E4C33BC26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3119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7DE5807-3F31-304D-86FD-32DAE8BF4AB1}"/>
              </a:ext>
            </a:extLst>
          </p:cNvPr>
          <p:cNvSpPr/>
          <p:nvPr userDrawn="1"/>
        </p:nvSpPr>
        <p:spPr>
          <a:xfrm>
            <a:off x="0" y="4442791"/>
            <a:ext cx="12192000" cy="2415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4D8ECEC0-8531-0B47-A4DC-CE1F038F5C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199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401584E-4C05-C545-A858-9209C89145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7015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A19681D7-E8A5-B84A-B756-9E2807EF02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7015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C964DC76-D32B-534A-BA70-5CB9C61AE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6835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posición de imagen 9">
            <a:extLst>
              <a:ext uri="{FF2B5EF4-FFF2-40B4-BE49-F238E27FC236}">
                <a16:creationId xmlns:a16="http://schemas.microsoft.com/office/drawing/2014/main" id="{927C432E-D065-7049-8202-2ADA5B18D8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36835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6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CDD6CA3E-FED1-654D-A543-0282791663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7016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683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DFDFB09F-66C3-4041-8371-A4628D9604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683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7F2A91B8-AB0C-8445-88F6-06419C33D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D58B64E-E032-D64E-8B43-E42B1C67E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097DCD6-3DFD-7C4D-9BB7-F4FD31D2CE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7" name="Imagen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614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A4E45F24-7A78-4742-864E-0B022D883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1635" y="6275603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39389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E9E1A291-38C7-0A44-BEE6-C3407965C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7E609033-4ABC-1149-836F-A062BEAA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18151F98-B36D-4840-9248-457AC0E11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C29DB13-56FB-B74E-B47C-3D676199E5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507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78310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34733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6276387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EB21E5C-9AF0-724E-8BD3-240F43B7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3EC8D86A-074E-F24F-9FF2-131434D1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2C70575-77F0-E947-A21E-8D9858FD88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2478470D-53D4-8C46-BA15-E4EDF746CA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8093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5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54039"/>
            <a:ext cx="2618847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posición de imagen 9">
            <a:extLst>
              <a:ext uri="{FF2B5EF4-FFF2-40B4-BE49-F238E27FC236}">
                <a16:creationId xmlns:a16="http://schemas.microsoft.com/office/drawing/2014/main" id="{AF6415DB-2F87-A24D-BB3D-6A5AEC4887A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5952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6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1" name="Marcador de texto 17">
            <a:extLst>
              <a:ext uri="{FF2B5EF4-FFF2-40B4-BE49-F238E27FC236}">
                <a16:creationId xmlns:a16="http://schemas.microsoft.com/office/drawing/2014/main" id="{42547E42-92DD-DA4F-AC51-2BD3D245FD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952" y="4054039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texto 17">
            <a:extLst>
              <a:ext uri="{FF2B5EF4-FFF2-40B4-BE49-F238E27FC236}">
                <a16:creationId xmlns:a16="http://schemas.microsoft.com/office/drawing/2014/main" id="{D31403C6-61DE-FD4E-A5D7-996E273BC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5952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2DC787A2-5883-604B-AF3A-FEF810AF2BE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115952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60" name="Marcador de fecha 3">
            <a:extLst>
              <a:ext uri="{FF2B5EF4-FFF2-40B4-BE49-F238E27FC236}">
                <a16:creationId xmlns:a16="http://schemas.microsoft.com/office/drawing/2014/main" id="{66575DB8-FFFA-7349-8511-187C3583E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61" name="Marcador de pie de página 4">
            <a:extLst>
              <a:ext uri="{FF2B5EF4-FFF2-40B4-BE49-F238E27FC236}">
                <a16:creationId xmlns:a16="http://schemas.microsoft.com/office/drawing/2014/main" id="{4C30BFE5-8D12-5546-B67F-B748DBD48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9E9E8E87-C06C-E243-86AF-9FDD09E901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7C13D8CF-C0A5-EE47-A396-61E5540418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353165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3774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A4E45F24-7A78-4742-864E-0B022D883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1635" y="6275603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39389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E9E1A291-38C7-0A44-BEE6-C3407965C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7E609033-4ABC-1149-836F-A062BEAA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D6F334FD-3837-ED4E-AB60-0F037E140C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3952D6F0-B00A-AB49-9C36-507DCA71E5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670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78310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34733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6276387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EB21E5C-9AF0-724E-8BD3-240F43B7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3EC8D86A-074E-F24F-9FF2-131434D1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31993C9C-122C-0E4C-88C4-DC039223E9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1D98BAE0-94A2-4044-A8B2-D00CF573E7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501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5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54039"/>
            <a:ext cx="2618847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posición de imagen 9">
            <a:extLst>
              <a:ext uri="{FF2B5EF4-FFF2-40B4-BE49-F238E27FC236}">
                <a16:creationId xmlns:a16="http://schemas.microsoft.com/office/drawing/2014/main" id="{AF6415DB-2F87-A24D-BB3D-6A5AEC4887A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5952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6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1" name="Marcador de texto 17">
            <a:extLst>
              <a:ext uri="{FF2B5EF4-FFF2-40B4-BE49-F238E27FC236}">
                <a16:creationId xmlns:a16="http://schemas.microsoft.com/office/drawing/2014/main" id="{42547E42-92DD-DA4F-AC51-2BD3D245FD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952" y="4054039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texto 17">
            <a:extLst>
              <a:ext uri="{FF2B5EF4-FFF2-40B4-BE49-F238E27FC236}">
                <a16:creationId xmlns:a16="http://schemas.microsoft.com/office/drawing/2014/main" id="{D31403C6-61DE-FD4E-A5D7-996E273BC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5952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2DC787A2-5883-604B-AF3A-FEF810AF2BE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115952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60" name="Marcador de fecha 3">
            <a:extLst>
              <a:ext uri="{FF2B5EF4-FFF2-40B4-BE49-F238E27FC236}">
                <a16:creationId xmlns:a16="http://schemas.microsoft.com/office/drawing/2014/main" id="{66575DB8-FFFA-7349-8511-187C3583E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61" name="Marcador de pie de página 4">
            <a:extLst>
              <a:ext uri="{FF2B5EF4-FFF2-40B4-BE49-F238E27FC236}">
                <a16:creationId xmlns:a16="http://schemas.microsoft.com/office/drawing/2014/main" id="{4C30BFE5-8D12-5546-B67F-B748DBD48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3F9F3AE-8FD3-3848-9AAB-FE91C76F27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181A47-7230-6A4E-A017-805E6F0FDF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353165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093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2460487"/>
            <a:ext cx="317427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476E3720-9B66-214E-92F7-64965E43D7A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9145" y="2438449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54E5A094-DCC6-F440-81D5-004FD80D60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81636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058CE30-AF5D-5B4D-8E5E-ABC60836D4FD}"/>
              </a:ext>
            </a:extLst>
          </p:cNvPr>
          <p:cNvCxnSpPr>
            <a:cxnSpLocks/>
          </p:cNvCxnSpPr>
          <p:nvPr userDrawn="1"/>
        </p:nvCxnSpPr>
        <p:spPr>
          <a:xfrm>
            <a:off x="6381636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E4A8FD5-5C6E-244E-8217-2AA112129E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7" y="2460487"/>
            <a:ext cx="3162958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304455F7-7DD8-DB46-A3D9-5F6E7E9D01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037935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643581" y="2438449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232B015-7B61-704A-AB5C-88E224C65D1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8887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4482718"/>
            <a:ext cx="317427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4" name="Marcador de posición de imagen 9">
            <a:extLst>
              <a:ext uri="{FF2B5EF4-FFF2-40B4-BE49-F238E27FC236}">
                <a16:creationId xmlns:a16="http://schemas.microsoft.com/office/drawing/2014/main" id="{97DE732C-04F4-CD41-9B32-CA89710AB2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19145" y="4460680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AE1C7D65-C062-254E-BDFF-1B1A8CB05D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1636" y="4037935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6797A17-5ED2-9D44-8F83-0F58BB0F4249}"/>
              </a:ext>
            </a:extLst>
          </p:cNvPr>
          <p:cNvCxnSpPr>
            <a:cxnSpLocks/>
          </p:cNvCxnSpPr>
          <p:nvPr userDrawn="1"/>
        </p:nvCxnSpPr>
        <p:spPr>
          <a:xfrm>
            <a:off x="6381636" y="4358887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637" y="4482718"/>
            <a:ext cx="3162958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41" name="Marcador de posición de imagen 9">
            <a:extLst>
              <a:ext uri="{FF2B5EF4-FFF2-40B4-BE49-F238E27FC236}">
                <a16:creationId xmlns:a16="http://schemas.microsoft.com/office/drawing/2014/main" id="{071F831F-BEBD-7241-9438-988FDADCC50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643581" y="4460680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4" name="Marcador de fecha 3">
            <a:extLst>
              <a:ext uri="{FF2B5EF4-FFF2-40B4-BE49-F238E27FC236}">
                <a16:creationId xmlns:a16="http://schemas.microsoft.com/office/drawing/2014/main" id="{CF3232AB-9EED-634B-9710-25B3C1D2B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1FAB55A1-783B-EB45-BA03-EFAC88657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ABF6DB7B-831D-D84C-B51B-5CBE5DA52A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04EAB0EA-A4CF-564C-BD33-EA89814AF6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3" name="Imagen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15719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45654" y="2336656"/>
            <a:ext cx="3597966" cy="1717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1427" y="2447886"/>
            <a:ext cx="3597966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1426" y="2653409"/>
            <a:ext cx="3597966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64BE05D-B263-9145-880F-11CB53E76586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A264B47-6F11-CE41-8F63-07533A293496}"/>
              </a:ext>
            </a:extLst>
          </p:cNvPr>
          <p:cNvCxnSpPr>
            <a:cxnSpLocks/>
          </p:cNvCxnSpPr>
          <p:nvPr userDrawn="1"/>
        </p:nvCxnSpPr>
        <p:spPr>
          <a:xfrm>
            <a:off x="4351427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texto 17">
            <a:extLst>
              <a:ext uri="{FF2B5EF4-FFF2-40B4-BE49-F238E27FC236}">
                <a16:creationId xmlns:a16="http://schemas.microsoft.com/office/drawing/2014/main" id="{4A61AD54-AE38-284C-BC95-17950258EE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5654" y="4054039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9" name="Marcador de posición de imagen 9">
            <a:extLst>
              <a:ext uri="{FF2B5EF4-FFF2-40B4-BE49-F238E27FC236}">
                <a16:creationId xmlns:a16="http://schemas.microsoft.com/office/drawing/2014/main" id="{CDE12242-5FE9-434F-BCD9-5F5A207FF89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245654" y="4538681"/>
            <a:ext cx="3597966" cy="1717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3BE6E1B0-BA0F-2247-B64B-1F2CB061A1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45654" y="6256064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31BE8524-AF10-644E-8E88-47B6FE783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A4BA69A9-8745-1944-B9A5-87703BFAB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7EC95510-7449-9D42-89C5-1DE5D1425D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286740"/>
            <a:ext cx="747328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B2B9B2C0-AC93-A445-9CF7-8A03E8438F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7473281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1A48A01D-2980-7143-968D-75F775CA99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25837F08-C1C5-4149-882D-AD02A33ED6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2515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178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45654" y="2336656"/>
            <a:ext cx="3597966" cy="39194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1427" y="2447886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1426" y="2653409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64BE05D-B263-9145-880F-11CB53E76586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A264B47-6F11-CE41-8F63-07533A293496}"/>
              </a:ext>
            </a:extLst>
          </p:cNvPr>
          <p:cNvCxnSpPr>
            <a:cxnSpLocks/>
          </p:cNvCxnSpPr>
          <p:nvPr userDrawn="1"/>
        </p:nvCxnSpPr>
        <p:spPr>
          <a:xfrm>
            <a:off x="4351427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3BE6E1B0-BA0F-2247-B64B-1F2CB061A1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45654" y="6256064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192B359-5956-9A4E-92CF-EE6224E66CC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1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C7DD19D8-2879-6543-9584-7A7A9882F9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2515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81E269C-2798-274E-B27F-2E6E031058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1286740"/>
            <a:ext cx="747328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85F43C2E-D687-114C-878F-3E2D67AD47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7473281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3856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6694A35B-F8B0-1F4D-8370-7C276F4446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7" name="Marcador de pie de página 4">
            <a:extLst>
              <a:ext uri="{FF2B5EF4-FFF2-40B4-BE49-F238E27FC236}">
                <a16:creationId xmlns:a16="http://schemas.microsoft.com/office/drawing/2014/main" id="{BBA16E2E-C89F-6743-B261-4A17C1866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404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E59F214-4609-2345-92B3-DF47125D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EAFEE5F-C8BD-ED43-9E72-A34CC9281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45190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8E59F214-4609-2345-92B3-DF47125DE1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FEAFEE5F-C8BD-ED43-9E72-A34CC92810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005034-4CD4-FE42-97D7-F4631BAB55B5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05A6CE2C-C060-3141-AD21-2A9429F0D9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847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36FA4678-E4A1-104F-A6DB-CE1C5FE32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0292D9E4-2490-D942-B5E0-7AC21117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C3E8A9CC-B961-7542-B542-CE6E54018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CF0854C-5F2D-D047-992D-A0A4913F2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638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logo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36FA4678-E4A1-104F-A6DB-CE1C5FE323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0292D9E4-2490-D942-B5E0-7AC2111776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C3E8A9CC-B961-7542-B542-CE6E540187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4CF0854C-5F2D-D047-992D-A0A4913F208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E02E2E5-C85E-4A40-BC9B-2B24E807BF73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E8D386A3-DAE1-3243-8B6B-B91990D83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5972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B5023D-DA11-A144-A9DC-1014A8C01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5700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1EB5023D-DA11-A144-A9DC-1014A8C0158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6BB603-D7DF-3F4C-9255-9CF9822519BA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texto 17">
            <a:extLst>
              <a:ext uri="{FF2B5EF4-FFF2-40B4-BE49-F238E27FC236}">
                <a16:creationId xmlns:a16="http://schemas.microsoft.com/office/drawing/2014/main" id="{E0B08286-1F82-9449-A0EA-9C57957E84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0176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CECD416-984A-B043-9197-C6FD1EB4D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Marcador de contenido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586540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5CECD416-984A-B043-9197-C6FD1EB4D2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192DC4DE-17EC-6A4C-80DB-1E0FF4F7A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6620383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17">
            <a:extLst>
              <a:ext uri="{FF2B5EF4-FFF2-40B4-BE49-F238E27FC236}">
                <a16:creationId xmlns:a16="http://schemas.microsoft.com/office/drawing/2014/main" id="{75895772-3356-CB4C-BA81-67BD8C1124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60CD4559-D944-A447-80F8-6FAD61310A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BF508964-3AF9-ED41-843E-E824BCF36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8" name="Marcador de texto 17">
            <a:extLst>
              <a:ext uri="{FF2B5EF4-FFF2-40B4-BE49-F238E27FC236}">
                <a16:creationId xmlns:a16="http://schemas.microsoft.com/office/drawing/2014/main" id="{7810E033-85F7-144D-A58F-BACD89A6B3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D0857782-BCF2-0444-9015-CC885BABC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5880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6A797C43-7272-7548-BFB3-30CD3C740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15D707-9F25-4C4F-BB0A-35C0FC47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Marcador de contenido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380089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E89CD91F-9288-4C41-BBAA-AE3604DB830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5731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1" name="Marcador de fecha 3">
            <a:extLst>
              <a:ext uri="{FF2B5EF4-FFF2-40B4-BE49-F238E27FC236}">
                <a16:creationId xmlns:a16="http://schemas.microsoft.com/office/drawing/2014/main" id="{891808B7-3802-5241-9B70-2E460A9BF7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69095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2" name="Marcador de pie de página 4">
            <a:extLst>
              <a:ext uri="{FF2B5EF4-FFF2-40B4-BE49-F238E27FC236}">
                <a16:creationId xmlns:a16="http://schemas.microsoft.com/office/drawing/2014/main" id="{BFC6271A-25C9-BC4F-BF74-60FB6B8518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92177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0" name="Marcador de texto 17">
            <a:extLst>
              <a:ext uri="{FF2B5EF4-FFF2-40B4-BE49-F238E27FC236}">
                <a16:creationId xmlns:a16="http://schemas.microsoft.com/office/drawing/2014/main" id="{6A797C43-7272-7548-BFB3-30CD3C740B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15D707-9F25-4C4F-BB0A-35C0FC4720A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8" name="Imagen 7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BFEC913A-F26D-3C45-934A-1BB46D16D4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283930619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7446" y="2458952"/>
            <a:ext cx="6257109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7828D88D-4EBC-9C40-BF67-F09628DC4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11E97AB6-0FFD-1048-8300-8DFCA9030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55E9071-27F3-C246-812F-4433A9D05A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6901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11277603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7828D88D-4EBC-9C40-BF67-F09628DC4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31" name="Marcador de pie de página 4">
            <a:extLst>
              <a:ext uri="{FF2B5EF4-FFF2-40B4-BE49-F238E27FC236}">
                <a16:creationId xmlns:a16="http://schemas.microsoft.com/office/drawing/2014/main" id="{11E97AB6-0FFD-1048-8300-8DFCA9030D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955E9071-27F3-C246-812F-4433A9D05A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CF70DDE9-413F-1848-B1C3-B1AE5F66A4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67446" y="2458952"/>
            <a:ext cx="6257109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653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61611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61611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F409EA6C-1B2A-F340-96FC-D3EE45564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4E7F4A7E-A4E3-E848-893B-34DF5DD3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AD37CF12-5B67-AE43-A4E3-FF6312838B2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F9F2AF5B-384C-B84D-93DF-1D92DBFAB7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EED90C3-4631-3B44-8350-3B6FFDBE8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texto 17">
            <a:extLst>
              <a:ext uri="{FF2B5EF4-FFF2-40B4-BE49-F238E27FC236}">
                <a16:creationId xmlns:a16="http://schemas.microsoft.com/office/drawing/2014/main" id="{0B6F285E-788C-C348-802E-9D2C255156A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61611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58047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7E3E314-0DF8-8544-B221-5A10C7BFA62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A9BD15D-26C7-8846-A9E0-324553504A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3DF34E1-D262-A24E-887D-9DB75329D8F8}"/>
              </a:ext>
            </a:extLst>
          </p:cNvPr>
          <p:cNvCxnSpPr>
            <a:cxnSpLocks/>
          </p:cNvCxnSpPr>
          <p:nvPr userDrawn="1"/>
        </p:nvCxnSpPr>
        <p:spPr>
          <a:xfrm>
            <a:off x="6381634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0A9B66C2-3B56-D041-82B2-DD97E66997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1635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52EAB956-DF80-0B46-BB6C-8E173025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597059D5-89D8-1E42-AA04-E6DA8C574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9B91909-7945-3B44-9A36-C0220DAE5C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AD48F94-4FB3-F543-998F-274ACF18FC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0E13EDF6-262F-E544-B4E1-49AC1F9505A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C51BC8BA-4F25-B24C-8CE4-B336C37896B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7032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1AB6C488-DEDE-B04F-8163-3986668EE84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7200" y="4001259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7C5DB6C9-57E6-C04F-B520-E3E52300347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70320" y="4001259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7" name="Imagen 2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658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543A0D6-52C4-DF45-B355-8938C7830A8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30169772-27C9-B54A-BF79-AF1A1601B0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8" name="Marcador de texto 17">
            <a:extLst>
              <a:ext uri="{FF2B5EF4-FFF2-40B4-BE49-F238E27FC236}">
                <a16:creationId xmlns:a16="http://schemas.microsoft.com/office/drawing/2014/main" id="{8A4B0B98-D477-8C41-B32C-C3B206A1845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F90A5009-DC0F-D74D-9F6D-CCD320240E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0263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CCEC9A9C-C7D5-D94E-89B9-605F011BCDB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2034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5892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DA9A7E7-64B1-8545-B861-9BE7E4C1E0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15" y="236654"/>
            <a:ext cx="934732" cy="460964"/>
          </a:xfrm>
          <a:prstGeom prst="rect">
            <a:avLst/>
          </a:prstGeom>
        </p:spPr>
      </p:pic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E5FDE899-0EC9-E74A-AEE3-A0B124943A8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8" name="Título 1">
            <a:extLst>
              <a:ext uri="{FF2B5EF4-FFF2-40B4-BE49-F238E27FC236}">
                <a16:creationId xmlns:a16="http://schemas.microsoft.com/office/drawing/2014/main" id="{B85D7984-001E-F64C-B6BC-0FDC4F66244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1EDF824D-9D5E-1844-A036-463C0AE071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0" name="Marcador de texto 17">
            <a:extLst>
              <a:ext uri="{FF2B5EF4-FFF2-40B4-BE49-F238E27FC236}">
                <a16:creationId xmlns:a16="http://schemas.microsoft.com/office/drawing/2014/main" id="{106C6299-C267-2140-A6C7-163D6A1A02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80263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8F558BC5-0CAE-E343-BD67-4976DF859E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12034" y="2015704"/>
            <a:ext cx="360783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</p:spTree>
    <p:extLst>
      <p:ext uri="{BB962C8B-B14F-4D97-AF65-F5344CB8AC3E}">
        <p14:creationId xmlns:p14="http://schemas.microsoft.com/office/powerpoint/2010/main" val="218630459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C82F9F07-5DF4-E74C-B3FF-CE45CB036A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1667643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F409EA6C-1B2A-F340-96FC-D3EE45564F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6" name="Marcador de pie de página 4">
            <a:extLst>
              <a:ext uri="{FF2B5EF4-FFF2-40B4-BE49-F238E27FC236}">
                <a16:creationId xmlns:a16="http://schemas.microsoft.com/office/drawing/2014/main" id="{4E7F4A7E-A4E3-E848-893B-34DF5DD33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8B5CF851-ACD7-2E4C-948C-100F121EB9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95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C82F9F07-5DF4-E74C-B3FF-CE45CB036A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1667643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D95FC94-5C79-7F45-AE1C-CFE664EF09A1}"/>
              </a:ext>
            </a:extLst>
          </p:cNvPr>
          <p:cNvCxnSpPr>
            <a:cxnSpLocks/>
          </p:cNvCxnSpPr>
          <p:nvPr userDrawn="1"/>
        </p:nvCxnSpPr>
        <p:spPr>
          <a:xfrm>
            <a:off x="6381634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282BE2A9-EB3C-EB41-BBCA-677F660BAEC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1635" y="2458952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389C9C35-DF70-254F-B31E-F94CEF1E52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7200" y="3683057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7E3E314-0DF8-8544-B221-5A10C7BFA62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FA9BD15D-26C7-8846-A9E0-324553504A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7200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2ACA25AE-B06B-1C4A-8836-CAD1B5EFA9C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635" y="3683056"/>
            <a:ext cx="53531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53DF34E1-D262-A24E-887D-9DB75329D8F8}"/>
              </a:ext>
            </a:extLst>
          </p:cNvPr>
          <p:cNvCxnSpPr>
            <a:cxnSpLocks/>
          </p:cNvCxnSpPr>
          <p:nvPr userDrawn="1"/>
        </p:nvCxnSpPr>
        <p:spPr>
          <a:xfrm>
            <a:off x="6381634" y="4352069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0A9B66C2-3B56-D041-82B2-DD97E66997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1635" y="4474365"/>
            <a:ext cx="53531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fecha 3">
            <a:extLst>
              <a:ext uri="{FF2B5EF4-FFF2-40B4-BE49-F238E27FC236}">
                <a16:creationId xmlns:a16="http://schemas.microsoft.com/office/drawing/2014/main" id="{52EAB956-DF80-0B46-BB6C-8E1730254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597059D5-89D8-1E42-AA04-E6DA8C5741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4DAB769-83B8-6643-BFE6-258E7518D51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2" name="Imagen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388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64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5" name="Imagen 1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2396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4318837"/>
            <a:ext cx="11277602" cy="1522121"/>
          </a:xfrm>
          <a:prstGeom prst="rect">
            <a:avLst/>
          </a:prstGeom>
          <a:solidFill>
            <a:schemeClr val="tx2"/>
          </a:solidFill>
        </p:spPr>
        <p:txBody>
          <a:bodyPr lIns="108000" tIns="288000" rIns="108000" bIns="10800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6964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26964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Marcador de texto 17">
            <a:extLst>
              <a:ext uri="{FF2B5EF4-FFF2-40B4-BE49-F238E27FC236}">
                <a16:creationId xmlns:a16="http://schemas.microsoft.com/office/drawing/2014/main" id="{17EC8137-0D17-E04F-80C6-83B9EE409E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701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7" name="Marcador de texto 17">
            <a:extLst>
              <a:ext uri="{FF2B5EF4-FFF2-40B4-BE49-F238E27FC236}">
                <a16:creationId xmlns:a16="http://schemas.microsoft.com/office/drawing/2014/main" id="{4EC4675B-5411-094D-A532-71264C1CF2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26964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2" name="Imagen 2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30657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12192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99570621-6DDB-DE48-8BDE-3B6D4C4CED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7426D86-1AE9-8D4F-B087-98657905D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48AC5C2D-2ABE-444E-8E17-5360171F02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882E591-8E7C-DA41-A9CD-683FC7F13F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110FF79-2FA9-AA4C-BDD1-EC7FA598A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pic>
        <p:nvPicPr>
          <p:cNvPr id="14" name="Marcador de contenido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13177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12" y="115213"/>
            <a:ext cx="1121538" cy="660897"/>
          </a:xfrm>
          <a:prstGeom prst="rect">
            <a:avLst/>
          </a:prstGeom>
          <a:solidFill>
            <a:schemeClr val="accent5"/>
          </a:solidFill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12192000" cy="25841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2" name="Marcador de texto 17">
            <a:extLst>
              <a:ext uri="{FF2B5EF4-FFF2-40B4-BE49-F238E27FC236}">
                <a16:creationId xmlns:a16="http://schemas.microsoft.com/office/drawing/2014/main" id="{99570621-6DDB-DE48-8BDE-3B6D4C4CED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77426D86-1AE9-8D4F-B087-98657905DBC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48AC5C2D-2ABE-444E-8E17-5360171F02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0882E591-8E7C-DA41-A9CD-683FC7F13F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17" name="Marcador de texto 17">
            <a:extLst>
              <a:ext uri="{FF2B5EF4-FFF2-40B4-BE49-F238E27FC236}">
                <a16:creationId xmlns:a16="http://schemas.microsoft.com/office/drawing/2014/main" id="{2110FF79-2FA9-AA4C-BDD1-EC7FA598A41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pic>
        <p:nvPicPr>
          <p:cNvPr id="14" name="Imagen 13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8F11A31D-BD8F-EB4D-9B99-15715E84F44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9495315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33A1125-7ED1-844F-8A1D-5091D5826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539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36000" rIns="0" bIns="7200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03608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F9AFFD61-43C9-9443-812E-C1408DFA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DFAEEA35-88F3-414B-B6AA-880CD0CC6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80D0D404-913C-3F4B-8524-6910D73468C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B33A1125-7ED1-844F-8A1D-5091D5826B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11277600" cy="5399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36000" rIns="0" bIns="7200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7" name="Imagen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047643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981F5A9-D9F7-4E43-BD5D-7262F346B24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934272"/>
            <a:ext cx="5422739" cy="70218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5400"/>
              </a:lnSpc>
              <a:defRPr sz="54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0" name="Imagen 9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4DA9A7E7-64B1-8545-B861-9BE7E4C1E0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930456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108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legal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9D2FA0C2-A2BC-2740-B929-0A1AB2A391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90042" y="5935541"/>
            <a:ext cx="2401957" cy="328909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>
            <a:spAutoFit/>
          </a:bodyPr>
          <a:lstStyle>
            <a:lvl1pPr marL="0" indent="0">
              <a:buFontTx/>
              <a:buNone/>
              <a:defRPr sz="8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23" name="Marcador de posición de imagen 9">
            <a:extLst>
              <a:ext uri="{FF2B5EF4-FFF2-40B4-BE49-F238E27FC236}">
                <a16:creationId xmlns:a16="http://schemas.microsoft.com/office/drawing/2014/main" id="{A3B7B41B-F4BA-0344-8284-BEA195DB23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A8D0269A-3AEE-554B-A01F-4A5949EBDD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BC49E97D-1698-E943-9A92-203385CA0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pic>
        <p:nvPicPr>
          <p:cNvPr id="13" name="Imagen 1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37021639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4F0C281-4090-184D-82B8-C20A75B956E0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2930456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87BA17AA-8C00-7145-92FE-6D329633EC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9" y="6099996"/>
            <a:ext cx="299720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" b="0" i="1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9D2FA0C2-A2BC-2740-B929-0A1AB2A391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790042" y="5935541"/>
            <a:ext cx="2401957" cy="328909"/>
          </a:xfrm>
          <a:prstGeom prst="rect">
            <a:avLst/>
          </a:prstGeom>
          <a:solidFill>
            <a:schemeClr val="tx2"/>
          </a:solidFill>
        </p:spPr>
        <p:txBody>
          <a:bodyPr wrap="square" lIns="108000" tIns="108000" rIns="108000" bIns="108000">
            <a:spAutoFit/>
          </a:bodyPr>
          <a:lstStyle>
            <a:lvl1pPr marL="0" indent="0">
              <a:buFontTx/>
              <a:buNone/>
              <a:defRPr sz="800" b="0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23" name="Marcador de posición de imagen 9">
            <a:extLst>
              <a:ext uri="{FF2B5EF4-FFF2-40B4-BE49-F238E27FC236}">
                <a16:creationId xmlns:a16="http://schemas.microsoft.com/office/drawing/2014/main" id="{A3B7B41B-F4BA-0344-8284-BEA195DB23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BD4EA232-9E7D-B843-A017-2FC3250BE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5FB20AF-0EF8-F14C-B394-A616BB04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0714CD9D-084A-DF46-B2C8-7CFB6111FC1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934272"/>
            <a:ext cx="5422739" cy="702180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5400"/>
              </a:lnSpc>
              <a:defRPr sz="5400" spc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Marcador de contenido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93755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EB80A6C6-5783-4F4A-881E-BB3F9E2501FD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DD90E773-A42D-4748-AD65-E6780664A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CF5D70E0-C3DD-4144-B454-150F774E1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6C6CC44-B7A7-EA43-BF1B-FCEE1E8D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3" name="Imagen 12" descr="Logotipo&#10;&#10;Descripción generada automáticamente con confianza media">
            <a:extLst>
              <a:ext uri="{FF2B5EF4-FFF2-40B4-BE49-F238E27FC236}">
                <a16:creationId xmlns:a16="http://schemas.microsoft.com/office/drawing/2014/main" id="{FCF91364-3854-CC4A-BFD3-DB155CF93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181" y="236654"/>
            <a:ext cx="939001" cy="46096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2920" y="164764"/>
            <a:ext cx="1121538" cy="660897"/>
          </a:xfrm>
          <a:prstGeom prst="rect">
            <a:avLst/>
          </a:prstGeom>
          <a:solidFill>
            <a:schemeClr val="accent5"/>
          </a:solidFill>
        </p:spPr>
      </p:pic>
    </p:spTree>
    <p:extLst>
      <p:ext uri="{BB962C8B-B14F-4D97-AF65-F5344CB8AC3E}">
        <p14:creationId xmlns:p14="http://schemas.microsoft.com/office/powerpoint/2010/main" val="209902592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EB80A6C6-5783-4F4A-881E-BB3F9E2501FD}"/>
              </a:ext>
            </a:extLst>
          </p:cNvPr>
          <p:cNvSpPr/>
          <p:nvPr userDrawn="1"/>
        </p:nvSpPr>
        <p:spPr>
          <a:xfrm>
            <a:off x="0" y="0"/>
            <a:ext cx="6096000" cy="25841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Marcador de posición de imagen 9">
            <a:extLst>
              <a:ext uri="{FF2B5EF4-FFF2-40B4-BE49-F238E27FC236}">
                <a16:creationId xmlns:a16="http://schemas.microsoft.com/office/drawing/2014/main" id="{DD90E773-A42D-4748-AD65-E6780664AC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23113" y="0"/>
            <a:ext cx="6168887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2448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1925883"/>
            <a:ext cx="54227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2944799"/>
            <a:ext cx="5422739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3150322"/>
            <a:ext cx="5422739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CF5D70E0-C3DD-4144-B454-150F774E16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286740"/>
            <a:ext cx="5422739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96C6CC44-B7A7-EA43-BF1B-FCEE1E8D370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bg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Marcador de contenido 9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5829" y="207166"/>
            <a:ext cx="1078994" cy="5470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30133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199" y="1863044"/>
            <a:ext cx="11208027" cy="10772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6800" spc="-150">
                <a:solidFill>
                  <a:schemeClr val="accent1"/>
                </a:solidFill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6773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4D8ECEC0-8531-0B47-A4DC-CE1F038F5C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26774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401584E-4C05-C545-A858-9209C89145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7016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A19681D7-E8A5-B84A-B756-9E2807EF02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7016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C964DC76-D32B-534A-BA70-5CB9C61AE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7260" y="5550478"/>
            <a:ext cx="3597966" cy="621721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posición de imagen 9">
            <a:extLst>
              <a:ext uri="{FF2B5EF4-FFF2-40B4-BE49-F238E27FC236}">
                <a16:creationId xmlns:a16="http://schemas.microsoft.com/office/drawing/2014/main" id="{927C432E-D065-7049-8202-2ADA5B18D8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067260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5" name="Marcador de fecha 3">
            <a:extLst>
              <a:ext uri="{FF2B5EF4-FFF2-40B4-BE49-F238E27FC236}">
                <a16:creationId xmlns:a16="http://schemas.microsoft.com/office/drawing/2014/main" id="{F2D7A498-3EB7-4F45-AF19-EF583A6B37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6" name="Marcador de pie de página 4">
            <a:extLst>
              <a:ext uri="{FF2B5EF4-FFF2-40B4-BE49-F238E27FC236}">
                <a16:creationId xmlns:a16="http://schemas.microsoft.com/office/drawing/2014/main" id="{72AA7FD7-9893-4D48-9730-26931799A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7" name="Título 1">
            <a:extLst>
              <a:ext uri="{FF2B5EF4-FFF2-40B4-BE49-F238E27FC236}">
                <a16:creationId xmlns:a16="http://schemas.microsoft.com/office/drawing/2014/main" id="{D443CB88-9312-F646-BBDA-3E4C33BC267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69346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7DE5807-3F31-304D-86FD-32DAE8BF4AB1}"/>
              </a:ext>
            </a:extLst>
          </p:cNvPr>
          <p:cNvSpPr/>
          <p:nvPr userDrawn="1"/>
        </p:nvSpPr>
        <p:spPr>
          <a:xfrm>
            <a:off x="0" y="4442791"/>
            <a:ext cx="12192000" cy="24152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1" name="Marcador de texto 17">
            <a:extLst>
              <a:ext uri="{FF2B5EF4-FFF2-40B4-BE49-F238E27FC236}">
                <a16:creationId xmlns:a16="http://schemas.microsoft.com/office/drawing/2014/main" id="{92DB7BEB-AAF2-2D43-9F99-5221469F9E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198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2" name="Marcador de posición de imagen 9">
            <a:extLst>
              <a:ext uri="{FF2B5EF4-FFF2-40B4-BE49-F238E27FC236}">
                <a16:creationId xmlns:a16="http://schemas.microsoft.com/office/drawing/2014/main" id="{4D8ECEC0-8531-0B47-A4DC-CE1F038F5C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199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3" name="Marcador de texto 17">
            <a:extLst>
              <a:ext uri="{FF2B5EF4-FFF2-40B4-BE49-F238E27FC236}">
                <a16:creationId xmlns:a16="http://schemas.microsoft.com/office/drawing/2014/main" id="{8401584E-4C05-C545-A858-9209C89145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97015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A19681D7-E8A5-B84A-B756-9E2807EF02D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97015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5" name="Marcador de texto 17">
            <a:extLst>
              <a:ext uri="{FF2B5EF4-FFF2-40B4-BE49-F238E27FC236}">
                <a16:creationId xmlns:a16="http://schemas.microsoft.com/office/drawing/2014/main" id="{C964DC76-D32B-534A-BA70-5CB9C61AE7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6835" y="5550478"/>
            <a:ext cx="3597966" cy="621721"/>
          </a:xfrm>
          <a:prstGeom prst="rect">
            <a:avLst/>
          </a:prstGeom>
          <a:solidFill>
            <a:schemeClr val="accent1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bg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6" name="Marcador de posición de imagen 9">
            <a:extLst>
              <a:ext uri="{FF2B5EF4-FFF2-40B4-BE49-F238E27FC236}">
                <a16:creationId xmlns:a16="http://schemas.microsoft.com/office/drawing/2014/main" id="{927C432E-D065-7049-8202-2ADA5B18D8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36835" y="3846443"/>
            <a:ext cx="3597966" cy="17040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70825632-C58B-FC45-BE47-34291A3F1A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97016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D7F03C65-9AD2-2F41-9A8B-01CD6D233731}"/>
              </a:ext>
            </a:extLst>
          </p:cNvPr>
          <p:cNvCxnSpPr>
            <a:cxnSpLocks/>
          </p:cNvCxnSpPr>
          <p:nvPr userDrawn="1"/>
        </p:nvCxnSpPr>
        <p:spPr>
          <a:xfrm>
            <a:off x="429701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CDD6CA3E-FED1-654D-A543-0282791663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97016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870936B8-E2BF-E240-9296-E02A621608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36835" y="1667644"/>
            <a:ext cx="3597965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D8F5C4A-009B-1749-8674-E3BA7E2AAB95}"/>
              </a:ext>
            </a:extLst>
          </p:cNvPr>
          <p:cNvCxnSpPr>
            <a:cxnSpLocks/>
          </p:cNvCxnSpPr>
          <p:nvPr userDrawn="1"/>
        </p:nvCxnSpPr>
        <p:spPr>
          <a:xfrm>
            <a:off x="8136835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DFDFB09F-66C3-4041-8371-A4628D9604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36835" y="2458952"/>
            <a:ext cx="3597965" cy="2000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4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  <a:p>
            <a:pPr lvl="0"/>
            <a:r>
              <a:rPr lang="es-ES" dirty="0"/>
              <a:t>Texto</a:t>
            </a:r>
          </a:p>
        </p:txBody>
      </p:sp>
      <p:sp>
        <p:nvSpPr>
          <p:cNvPr id="28" name="Marcador de fecha 3">
            <a:extLst>
              <a:ext uri="{FF2B5EF4-FFF2-40B4-BE49-F238E27FC236}">
                <a16:creationId xmlns:a16="http://schemas.microsoft.com/office/drawing/2014/main" id="{7F2A91B8-AB0C-8445-88F6-06419C33D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9" name="Marcador de pie de página 4">
            <a:extLst>
              <a:ext uri="{FF2B5EF4-FFF2-40B4-BE49-F238E27FC236}">
                <a16:creationId xmlns:a16="http://schemas.microsoft.com/office/drawing/2014/main" id="{9D58B64E-E032-D64E-8B43-E42B1C67E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2097DCD6-3DFD-7C4D-9BB7-F4FD31D2CE7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422739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7" name="Imagen 2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2805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A4E45F24-7A78-4742-864E-0B022D883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1635" y="6275603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39389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E9E1A291-38C7-0A44-BEE6-C3407965C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7E609033-4ABC-1149-836F-A062BEAA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5" name="Marcador de texto 17">
            <a:extLst>
              <a:ext uri="{FF2B5EF4-FFF2-40B4-BE49-F238E27FC236}">
                <a16:creationId xmlns:a16="http://schemas.microsoft.com/office/drawing/2014/main" id="{18151F98-B36D-4840-9248-457AC0E117C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BC29DB13-56FB-B74E-B47C-3D676199E55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653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78310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34733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6276387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EB21E5C-9AF0-724E-8BD3-240F43B7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3EC8D86A-074E-F24F-9FF2-131434D1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2C70575-77F0-E947-A21E-8D9858FD88E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2478470D-53D4-8C46-BA15-E4EDF746CA2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4" name="Imagen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26857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5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54039"/>
            <a:ext cx="2618847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posición de imagen 9">
            <a:extLst>
              <a:ext uri="{FF2B5EF4-FFF2-40B4-BE49-F238E27FC236}">
                <a16:creationId xmlns:a16="http://schemas.microsoft.com/office/drawing/2014/main" id="{AF6415DB-2F87-A24D-BB3D-6A5AEC4887A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5952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6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1" name="Marcador de texto 17">
            <a:extLst>
              <a:ext uri="{FF2B5EF4-FFF2-40B4-BE49-F238E27FC236}">
                <a16:creationId xmlns:a16="http://schemas.microsoft.com/office/drawing/2014/main" id="{42547E42-92DD-DA4F-AC51-2BD3D245FD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952" y="4054039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texto 17">
            <a:extLst>
              <a:ext uri="{FF2B5EF4-FFF2-40B4-BE49-F238E27FC236}">
                <a16:creationId xmlns:a16="http://schemas.microsoft.com/office/drawing/2014/main" id="{D31403C6-61DE-FD4E-A5D7-996E273BC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5952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2DC787A2-5883-604B-AF3A-FEF810AF2BE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115952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60" name="Marcador de fecha 3">
            <a:extLst>
              <a:ext uri="{FF2B5EF4-FFF2-40B4-BE49-F238E27FC236}">
                <a16:creationId xmlns:a16="http://schemas.microsoft.com/office/drawing/2014/main" id="{66575DB8-FFFA-7349-8511-187C3583E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61" name="Marcador de pie de página 4">
            <a:extLst>
              <a:ext uri="{FF2B5EF4-FFF2-40B4-BE49-F238E27FC236}">
                <a16:creationId xmlns:a16="http://schemas.microsoft.com/office/drawing/2014/main" id="{4C30BFE5-8D12-5546-B67F-B748DBD48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9E9E8E87-C06C-E243-86AF-9FDD09E901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7C13D8CF-C0A5-EE47-A396-61E5540418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353165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9" name="Imagen 1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1871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Marcador de texto 17">
            <a:extLst>
              <a:ext uri="{FF2B5EF4-FFF2-40B4-BE49-F238E27FC236}">
                <a16:creationId xmlns:a16="http://schemas.microsoft.com/office/drawing/2014/main" id="{A4E45F24-7A78-4742-864E-0B022D88396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1635" y="6275603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39389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E9E1A291-38C7-0A44-BEE6-C3407965C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5" name="Marcador de pie de página 4">
            <a:extLst>
              <a:ext uri="{FF2B5EF4-FFF2-40B4-BE49-F238E27FC236}">
                <a16:creationId xmlns:a16="http://schemas.microsoft.com/office/drawing/2014/main" id="{7E609033-4ABC-1149-836F-A062BEAA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D6F334FD-3837-ED4E-AB60-0F037E140C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3952D6F0-B00A-AB49-9C36-507DCA71E5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1171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36656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78310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34733"/>
            <a:ext cx="5353164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5" y="6276387"/>
            <a:ext cx="5353163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DEB21E5C-9AF0-724E-8BD3-240F43B79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3EC8D86A-074E-F24F-9FF2-131434D1E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4" name="Marcador de texto 17">
            <a:extLst>
              <a:ext uri="{FF2B5EF4-FFF2-40B4-BE49-F238E27FC236}">
                <a16:creationId xmlns:a16="http://schemas.microsoft.com/office/drawing/2014/main" id="{31993C9C-122C-0E4C-88C4-DC039223E97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1D98BAE0-94A2-4044-A8B2-D00CF573E7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10558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5BC86A33-4E90-2944-A81E-42A6A60FB82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4744952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numCol="1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0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 destacado</a:t>
            </a:r>
          </a:p>
        </p:txBody>
      </p: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5353165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8888B64-37BB-5F44-99D3-A05910248920}"/>
              </a:ext>
            </a:extLst>
          </p:cNvPr>
          <p:cNvCxnSpPr>
            <a:cxnSpLocks/>
          </p:cNvCxnSpPr>
          <p:nvPr userDrawn="1"/>
        </p:nvCxnSpPr>
        <p:spPr>
          <a:xfrm>
            <a:off x="457200" y="4613864"/>
            <a:ext cx="5353166" cy="0"/>
          </a:xfrm>
          <a:prstGeom prst="line">
            <a:avLst/>
          </a:prstGeom>
          <a:ln w="2000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arcador de posición de imagen 9">
            <a:extLst>
              <a:ext uri="{FF2B5EF4-FFF2-40B4-BE49-F238E27FC236}">
                <a16:creationId xmlns:a16="http://schemas.microsoft.com/office/drawing/2014/main" id="{8BA58BFF-F155-4142-9E7B-554F5F26534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81636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2" name="Marcador de texto 17">
            <a:extLst>
              <a:ext uri="{FF2B5EF4-FFF2-40B4-BE49-F238E27FC236}">
                <a16:creationId xmlns:a16="http://schemas.microsoft.com/office/drawing/2014/main" id="{1824D511-8410-D844-801D-502B98EBF3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5" y="4054039"/>
            <a:ext cx="2618847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6" name="Marcador de posición de imagen 9">
            <a:extLst>
              <a:ext uri="{FF2B5EF4-FFF2-40B4-BE49-F238E27FC236}">
                <a16:creationId xmlns:a16="http://schemas.microsoft.com/office/drawing/2014/main" id="{9BA58115-F7CD-1640-B71A-8C161D5B4B3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81636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posición de imagen 9">
            <a:extLst>
              <a:ext uri="{FF2B5EF4-FFF2-40B4-BE49-F238E27FC236}">
                <a16:creationId xmlns:a16="http://schemas.microsoft.com/office/drawing/2014/main" id="{AF6415DB-2F87-A24D-BB3D-6A5AEC4887A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115952" y="2312385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47" name="Marcador de texto 17">
            <a:extLst>
              <a:ext uri="{FF2B5EF4-FFF2-40B4-BE49-F238E27FC236}">
                <a16:creationId xmlns:a16="http://schemas.microsoft.com/office/drawing/2014/main" id="{1F117D13-2205-C04A-BB3F-724180B20C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81636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1" name="Marcador de texto 17">
            <a:extLst>
              <a:ext uri="{FF2B5EF4-FFF2-40B4-BE49-F238E27FC236}">
                <a16:creationId xmlns:a16="http://schemas.microsoft.com/office/drawing/2014/main" id="{42547E42-92DD-DA4F-AC51-2BD3D245FD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15952" y="4054039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texto 17">
            <a:extLst>
              <a:ext uri="{FF2B5EF4-FFF2-40B4-BE49-F238E27FC236}">
                <a16:creationId xmlns:a16="http://schemas.microsoft.com/office/drawing/2014/main" id="{D31403C6-61DE-FD4E-A5D7-996E273BC98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5952" y="6252116"/>
            <a:ext cx="2618848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7" name="Marcador de posición de imagen 9">
            <a:extLst>
              <a:ext uri="{FF2B5EF4-FFF2-40B4-BE49-F238E27FC236}">
                <a16:creationId xmlns:a16="http://schemas.microsoft.com/office/drawing/2014/main" id="{2DC787A2-5883-604B-AF3A-FEF810AF2BE4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115952" y="4510462"/>
            <a:ext cx="2618848" cy="174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60" name="Marcador de fecha 3">
            <a:extLst>
              <a:ext uri="{FF2B5EF4-FFF2-40B4-BE49-F238E27FC236}">
                <a16:creationId xmlns:a16="http://schemas.microsoft.com/office/drawing/2014/main" id="{66575DB8-FFFA-7349-8511-187C3583E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61" name="Marcador de pie de página 4">
            <a:extLst>
              <a:ext uri="{FF2B5EF4-FFF2-40B4-BE49-F238E27FC236}">
                <a16:creationId xmlns:a16="http://schemas.microsoft.com/office/drawing/2014/main" id="{4C30BFE5-8D12-5546-B67F-B748DBD48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2" name="Marcador de texto 17">
            <a:extLst>
              <a:ext uri="{FF2B5EF4-FFF2-40B4-BE49-F238E27FC236}">
                <a16:creationId xmlns:a16="http://schemas.microsoft.com/office/drawing/2014/main" id="{53F9F3AE-8FD3-3848-9AAB-FE91C76F27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0" y="1286740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181A47-7230-6A4E-A017-805E6F0FDF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5353165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0331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B0D05F50-41A3-8347-8285-36E500B14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D81BBFF-515C-294B-B2B7-6C59450F4FF4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2460487"/>
            <a:ext cx="317427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14" name="Marcador de posición de imagen 9">
            <a:extLst>
              <a:ext uri="{FF2B5EF4-FFF2-40B4-BE49-F238E27FC236}">
                <a16:creationId xmlns:a16="http://schemas.microsoft.com/office/drawing/2014/main" id="{476E3720-9B66-214E-92F7-64965E43D7A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719145" y="2438449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16" name="Marcador de texto 17">
            <a:extLst>
              <a:ext uri="{FF2B5EF4-FFF2-40B4-BE49-F238E27FC236}">
                <a16:creationId xmlns:a16="http://schemas.microsoft.com/office/drawing/2014/main" id="{54E5A094-DCC6-F440-81D5-004FD80D60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81636" y="2015704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058CE30-AF5D-5B4D-8E5E-ABC60836D4FD}"/>
              </a:ext>
            </a:extLst>
          </p:cNvPr>
          <p:cNvCxnSpPr>
            <a:cxnSpLocks/>
          </p:cNvCxnSpPr>
          <p:nvPr userDrawn="1"/>
        </p:nvCxnSpPr>
        <p:spPr>
          <a:xfrm>
            <a:off x="6381636" y="2336656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EE4A8FD5-5C6E-244E-8217-2AA112129E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1637" y="2460487"/>
            <a:ext cx="3162958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29" name="Marcador de texto 17">
            <a:extLst>
              <a:ext uri="{FF2B5EF4-FFF2-40B4-BE49-F238E27FC236}">
                <a16:creationId xmlns:a16="http://schemas.microsoft.com/office/drawing/2014/main" id="{304455F7-7DD8-DB46-A3D9-5F6E7E9D011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037935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643581" y="2438449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4232B015-7B61-704A-AB5C-88E224C65D16}"/>
              </a:ext>
            </a:extLst>
          </p:cNvPr>
          <p:cNvCxnSpPr>
            <a:cxnSpLocks/>
          </p:cNvCxnSpPr>
          <p:nvPr userDrawn="1"/>
        </p:nvCxnSpPr>
        <p:spPr>
          <a:xfrm>
            <a:off x="457200" y="4358887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201" y="4482718"/>
            <a:ext cx="3174274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34" name="Marcador de posición de imagen 9">
            <a:extLst>
              <a:ext uri="{FF2B5EF4-FFF2-40B4-BE49-F238E27FC236}">
                <a16:creationId xmlns:a16="http://schemas.microsoft.com/office/drawing/2014/main" id="{97DE732C-04F4-CD41-9B32-CA89710AB2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19145" y="4460680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8" name="Marcador de texto 17">
            <a:extLst>
              <a:ext uri="{FF2B5EF4-FFF2-40B4-BE49-F238E27FC236}">
                <a16:creationId xmlns:a16="http://schemas.microsoft.com/office/drawing/2014/main" id="{AE1C7D65-C062-254E-BDFF-1B1A8CB05D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1636" y="4037935"/>
            <a:ext cx="5353165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6797A17-5ED2-9D44-8F83-0F58BB0F4249}"/>
              </a:ext>
            </a:extLst>
          </p:cNvPr>
          <p:cNvCxnSpPr>
            <a:cxnSpLocks/>
          </p:cNvCxnSpPr>
          <p:nvPr userDrawn="1"/>
        </p:nvCxnSpPr>
        <p:spPr>
          <a:xfrm>
            <a:off x="6381636" y="4358887"/>
            <a:ext cx="53531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81637" y="4482718"/>
            <a:ext cx="3162958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sp>
        <p:nvSpPr>
          <p:cNvPr id="41" name="Marcador de posición de imagen 9">
            <a:extLst>
              <a:ext uri="{FF2B5EF4-FFF2-40B4-BE49-F238E27FC236}">
                <a16:creationId xmlns:a16="http://schemas.microsoft.com/office/drawing/2014/main" id="{071F831F-BEBD-7241-9438-988FDADCC50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643581" y="4460680"/>
            <a:ext cx="2091219" cy="16235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24" name="Marcador de fecha 3">
            <a:extLst>
              <a:ext uri="{FF2B5EF4-FFF2-40B4-BE49-F238E27FC236}">
                <a16:creationId xmlns:a16="http://schemas.microsoft.com/office/drawing/2014/main" id="{CF3232AB-9EED-634B-9710-25B3C1D2B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1FAB55A1-783B-EB45-BA03-EFAC88657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33" name="Marcador de texto 17">
            <a:extLst>
              <a:ext uri="{FF2B5EF4-FFF2-40B4-BE49-F238E27FC236}">
                <a16:creationId xmlns:a16="http://schemas.microsoft.com/office/drawing/2014/main" id="{ABF6DB7B-831D-D84C-B51B-5CBE5DA52A0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7201" y="1286740"/>
            <a:ext cx="5353164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04EAB0EA-A4CF-564C-BD33-EA89814AF6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1" y="873516"/>
            <a:ext cx="5353164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23" name="Imagen 2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0000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45654" y="2336656"/>
            <a:ext cx="3597966" cy="1717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1427" y="2447886"/>
            <a:ext cx="3597966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1426" y="2653409"/>
            <a:ext cx="3597966" cy="805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64BE05D-B263-9145-880F-11CB53E76586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A264B47-6F11-CE41-8F63-07533A293496}"/>
              </a:ext>
            </a:extLst>
          </p:cNvPr>
          <p:cNvCxnSpPr>
            <a:cxnSpLocks/>
          </p:cNvCxnSpPr>
          <p:nvPr userDrawn="1"/>
        </p:nvCxnSpPr>
        <p:spPr>
          <a:xfrm>
            <a:off x="4351427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texto 17">
            <a:extLst>
              <a:ext uri="{FF2B5EF4-FFF2-40B4-BE49-F238E27FC236}">
                <a16:creationId xmlns:a16="http://schemas.microsoft.com/office/drawing/2014/main" id="{4A61AD54-AE38-284C-BC95-17950258EE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45654" y="4054039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49" name="Marcador de posición de imagen 9">
            <a:extLst>
              <a:ext uri="{FF2B5EF4-FFF2-40B4-BE49-F238E27FC236}">
                <a16:creationId xmlns:a16="http://schemas.microsoft.com/office/drawing/2014/main" id="{CDE12242-5FE9-434F-BCD9-5F5A207FF89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8245654" y="4538681"/>
            <a:ext cx="3597966" cy="171737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3BE6E1B0-BA0F-2247-B64B-1F2CB061A1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45654" y="6256064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16" name="Marcador de fecha 3">
            <a:extLst>
              <a:ext uri="{FF2B5EF4-FFF2-40B4-BE49-F238E27FC236}">
                <a16:creationId xmlns:a16="http://schemas.microsoft.com/office/drawing/2014/main" id="{31BE8524-AF10-644E-8E88-47B6FE783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7" name="Marcador de pie de página 4">
            <a:extLst>
              <a:ext uri="{FF2B5EF4-FFF2-40B4-BE49-F238E27FC236}">
                <a16:creationId xmlns:a16="http://schemas.microsoft.com/office/drawing/2014/main" id="{A4BA69A9-8745-1944-B9A5-87703BFABC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23" name="Marcador de texto 17">
            <a:extLst>
              <a:ext uri="{FF2B5EF4-FFF2-40B4-BE49-F238E27FC236}">
                <a16:creationId xmlns:a16="http://schemas.microsoft.com/office/drawing/2014/main" id="{7EC95510-7449-9D42-89C5-1DE5D1425DD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0" y="1286740"/>
            <a:ext cx="747328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B2B9B2C0-AC93-A445-9CF7-8A03E8438F9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7473281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1A48A01D-2980-7143-968D-75F775CA99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25837F08-C1C5-4149-882D-AD02A33ED6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2515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pic>
        <p:nvPicPr>
          <p:cNvPr id="20" name="Imagen 1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8875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exto + image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Marcador de texto 17">
            <a:extLst>
              <a:ext uri="{FF2B5EF4-FFF2-40B4-BE49-F238E27FC236}">
                <a16:creationId xmlns:a16="http://schemas.microsoft.com/office/drawing/2014/main" id="{B673D4C9-4671-824A-ADA1-BD459DCCB2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2460487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1" name="Marcador de posición de imagen 9">
            <a:extLst>
              <a:ext uri="{FF2B5EF4-FFF2-40B4-BE49-F238E27FC236}">
                <a16:creationId xmlns:a16="http://schemas.microsoft.com/office/drawing/2014/main" id="{AA0B2550-2B8D-9A45-AE22-31260411B58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245654" y="2336656"/>
            <a:ext cx="3597966" cy="391940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lIns="0" tIns="1152000" rIns="0" bIns="0" anchor="t" anchorCtr="0"/>
          <a:lstStyle>
            <a:lvl1pPr marL="0" indent="0" algn="ctr">
              <a:buFontTx/>
              <a:buNone/>
              <a:defRPr sz="1100"/>
            </a:lvl1pPr>
          </a:lstStyle>
          <a:p>
            <a:r>
              <a:rPr lang="es-ES" dirty="0"/>
              <a:t>INSERTAR IMAGEN</a:t>
            </a:r>
          </a:p>
        </p:txBody>
      </p:sp>
      <p:sp>
        <p:nvSpPr>
          <p:cNvPr id="31" name="Marcador de texto 17">
            <a:extLst>
              <a:ext uri="{FF2B5EF4-FFF2-40B4-BE49-F238E27FC236}">
                <a16:creationId xmlns:a16="http://schemas.microsoft.com/office/drawing/2014/main" id="{EE246D16-2802-5841-8009-478143B453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51427" y="2447886"/>
            <a:ext cx="3389313" cy="20005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40" name="Marcador de texto 17">
            <a:extLst>
              <a:ext uri="{FF2B5EF4-FFF2-40B4-BE49-F238E27FC236}">
                <a16:creationId xmlns:a16="http://schemas.microsoft.com/office/drawing/2014/main" id="{3AAB9086-BE5A-1D4F-A012-F6A45F51E2B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51426" y="2653409"/>
            <a:ext cx="3389313" cy="8053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08000" indent="-1080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 sz="13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  <a:p>
            <a:pPr lvl="0"/>
            <a:r>
              <a:rPr lang="es-ES" dirty="0"/>
              <a:t>Lista</a:t>
            </a:r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964BE05D-B263-9145-880F-11CB53E76586}"/>
              </a:ext>
            </a:extLst>
          </p:cNvPr>
          <p:cNvCxnSpPr>
            <a:cxnSpLocks/>
          </p:cNvCxnSpPr>
          <p:nvPr userDrawn="1"/>
        </p:nvCxnSpPr>
        <p:spPr>
          <a:xfrm>
            <a:off x="457200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EA264B47-6F11-CE41-8F63-07533A293496}"/>
              </a:ext>
            </a:extLst>
          </p:cNvPr>
          <p:cNvCxnSpPr>
            <a:cxnSpLocks/>
          </p:cNvCxnSpPr>
          <p:nvPr userDrawn="1"/>
        </p:nvCxnSpPr>
        <p:spPr>
          <a:xfrm>
            <a:off x="4351427" y="2336656"/>
            <a:ext cx="3597966" cy="0"/>
          </a:xfrm>
          <a:prstGeom prst="line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Marcador de texto 17">
            <a:extLst>
              <a:ext uri="{FF2B5EF4-FFF2-40B4-BE49-F238E27FC236}">
                <a16:creationId xmlns:a16="http://schemas.microsoft.com/office/drawing/2014/main" id="{3BE6E1B0-BA0F-2247-B64B-1F2CB061A14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245654" y="6256064"/>
            <a:ext cx="3597966" cy="329908"/>
          </a:xfrm>
          <a:prstGeom prst="rect">
            <a:avLst/>
          </a:prstGeom>
          <a:solidFill>
            <a:schemeClr val="tx2"/>
          </a:solidFill>
        </p:spPr>
        <p:txBody>
          <a:bodyPr lIns="108000" tIns="108000" rIns="108000" bIns="108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s-ES" dirty="0"/>
              <a:t>Pie de foto</a:t>
            </a:r>
          </a:p>
        </p:txBody>
      </p:sp>
      <p:sp>
        <p:nvSpPr>
          <p:cNvPr id="53" name="Marcador de fecha 3">
            <a:extLst>
              <a:ext uri="{FF2B5EF4-FFF2-40B4-BE49-F238E27FC236}">
                <a16:creationId xmlns:a16="http://schemas.microsoft.com/office/drawing/2014/main" id="{5B9E6149-7800-8B4D-8237-D995EC7CC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54" name="Marcador de pie de página 4">
            <a:extLst>
              <a:ext uri="{FF2B5EF4-FFF2-40B4-BE49-F238E27FC236}">
                <a16:creationId xmlns:a16="http://schemas.microsoft.com/office/drawing/2014/main" id="{08A5AEA0-AFE5-3846-8BCD-5E08E9149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7192B359-5956-9A4E-92CF-EE6224E66CC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7201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19" name="Marcador de texto 17">
            <a:extLst>
              <a:ext uri="{FF2B5EF4-FFF2-40B4-BE49-F238E27FC236}">
                <a16:creationId xmlns:a16="http://schemas.microsoft.com/office/drawing/2014/main" id="{C7DD19D8-2879-6543-9584-7A7A9882F91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32515" y="2015704"/>
            <a:ext cx="3597966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Texto</a:t>
            </a:r>
          </a:p>
        </p:txBody>
      </p:sp>
      <p:sp>
        <p:nvSpPr>
          <p:cNvPr id="20" name="Marcador de texto 17">
            <a:extLst>
              <a:ext uri="{FF2B5EF4-FFF2-40B4-BE49-F238E27FC236}">
                <a16:creationId xmlns:a16="http://schemas.microsoft.com/office/drawing/2014/main" id="{681E269C-2798-274E-B27F-2E6E031058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1286740"/>
            <a:ext cx="7473281" cy="243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i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s-ES" dirty="0"/>
              <a:t>Subtítulo diapositiva</a:t>
            </a:r>
          </a:p>
        </p:txBody>
      </p:sp>
      <p:sp>
        <p:nvSpPr>
          <p:cNvPr id="22" name="Título 1">
            <a:extLst>
              <a:ext uri="{FF2B5EF4-FFF2-40B4-BE49-F238E27FC236}">
                <a16:creationId xmlns:a16="http://schemas.microsoft.com/office/drawing/2014/main" id="{85F43C2E-D687-114C-878F-3E2D67AD472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873516"/>
            <a:ext cx="7473281" cy="4160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ts val="3240"/>
              </a:lnSpc>
              <a:defRPr sz="3200" spc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s-ES" dirty="0"/>
              <a:t>Título diapositiva</a:t>
            </a:r>
          </a:p>
        </p:txBody>
      </p:sp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51" y="96446"/>
            <a:ext cx="1249460" cy="67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9521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7.xml"/><Relationship Id="rId31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0.xml"/><Relationship Id="rId34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5.xml"/><Relationship Id="rId39" Type="http://schemas.openxmlformats.org/officeDocument/2006/relationships/slideLayout" Target="../slideLayouts/slideLayout46.xml"/><Relationship Id="rId40" Type="http://schemas.openxmlformats.org/officeDocument/2006/relationships/slideLayout" Target="../slideLayouts/slideLayout47.xml"/><Relationship Id="rId41" Type="http://schemas.openxmlformats.org/officeDocument/2006/relationships/slideLayout" Target="../slideLayouts/slideLayout48.xml"/><Relationship Id="rId4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slideLayout" Target="../slideLayouts/slideLayout50.xml"/><Relationship Id="rId3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6.xml"/><Relationship Id="rId9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69.xml"/><Relationship Id="rId22" Type="http://schemas.openxmlformats.org/officeDocument/2006/relationships/slideLayout" Target="../slideLayouts/slideLayout70.xml"/><Relationship Id="rId23" Type="http://schemas.openxmlformats.org/officeDocument/2006/relationships/slideLayout" Target="../slideLayouts/slideLayout71.xml"/><Relationship Id="rId24" Type="http://schemas.openxmlformats.org/officeDocument/2006/relationships/slideLayout" Target="../slideLayouts/slideLayout72.xml"/><Relationship Id="rId25" Type="http://schemas.openxmlformats.org/officeDocument/2006/relationships/slideLayout" Target="../slideLayouts/slideLayout73.xml"/><Relationship Id="rId26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76.xml"/><Relationship Id="rId29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78.xml"/><Relationship Id="rId31" Type="http://schemas.openxmlformats.org/officeDocument/2006/relationships/slideLayout" Target="../slideLayouts/slideLayout79.xml"/><Relationship Id="rId32" Type="http://schemas.openxmlformats.org/officeDocument/2006/relationships/slideLayout" Target="../slideLayouts/slideLayout80.xml"/><Relationship Id="rId33" Type="http://schemas.openxmlformats.org/officeDocument/2006/relationships/slideLayout" Target="../slideLayouts/slideLayout81.xml"/><Relationship Id="rId34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3.xml"/><Relationship Id="rId36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86.xml"/><Relationship Id="rId39" Type="http://schemas.openxmlformats.org/officeDocument/2006/relationships/slideLayout" Target="../slideLayouts/slideLayout87.xml"/><Relationship Id="rId40" Type="http://schemas.openxmlformats.org/officeDocument/2006/relationships/slideLayout" Target="../slideLayouts/slideLayout88.xml"/><Relationship Id="rId41" Type="http://schemas.openxmlformats.org/officeDocument/2006/relationships/slideLayout" Target="../slideLayouts/slideLayout89.xml"/><Relationship Id="rId4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fecha 3">
            <a:extLst>
              <a:ext uri="{FF2B5EF4-FFF2-40B4-BE49-F238E27FC236}">
                <a16:creationId xmlns:a16="http://schemas.microsoft.com/office/drawing/2014/main" id="{C942E539-1B18-204C-BF23-E5263DF0C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6457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F668B318-1A28-CB41-A81C-FF73E403C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05125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18594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61" r:id="rId5"/>
    <p:sldLayoutId id="2147483745" r:id="rId6"/>
    <p:sldLayoutId id="2147483746" r:id="rId7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7903D-B7B8-2249-A3C4-97E30CF9E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/>
              <a:t>Fecha y Lugar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0D8402-6D05-AD4D-89A6-B10A2B4F6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/>
              <a:t>OHLA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4379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94" r:id="rId2"/>
    <p:sldLayoutId id="2147483663" r:id="rId3"/>
    <p:sldLayoutId id="2147483693" r:id="rId4"/>
    <p:sldLayoutId id="2147483660" r:id="rId5"/>
    <p:sldLayoutId id="2147483695" r:id="rId6"/>
    <p:sldLayoutId id="2147483675" r:id="rId7"/>
    <p:sldLayoutId id="2147483678" r:id="rId8"/>
    <p:sldLayoutId id="2147483656" r:id="rId9"/>
    <p:sldLayoutId id="2147483664" r:id="rId10"/>
    <p:sldLayoutId id="2147483679" r:id="rId11"/>
    <p:sldLayoutId id="2147483677" r:id="rId12"/>
    <p:sldLayoutId id="2147483680" r:id="rId13"/>
    <p:sldLayoutId id="2147483673" r:id="rId14"/>
    <p:sldLayoutId id="2147483686" r:id="rId15"/>
    <p:sldLayoutId id="2147483687" r:id="rId16"/>
    <p:sldLayoutId id="2147483688" r:id="rId17"/>
    <p:sldLayoutId id="2147483689" r:id="rId18"/>
    <p:sldLayoutId id="2147483665" r:id="rId19"/>
    <p:sldLayoutId id="2147483672" r:id="rId20"/>
    <p:sldLayoutId id="2147483674" r:id="rId21"/>
    <p:sldLayoutId id="2147483681" r:id="rId22"/>
    <p:sldLayoutId id="2147483696" r:id="rId23"/>
    <p:sldLayoutId id="2147483697" r:id="rId24"/>
    <p:sldLayoutId id="2147483699" r:id="rId25"/>
    <p:sldLayoutId id="2147483698" r:id="rId26"/>
    <p:sldLayoutId id="2147483668" r:id="rId27"/>
    <p:sldLayoutId id="2147483653" r:id="rId28"/>
    <p:sldLayoutId id="2147483666" r:id="rId29"/>
    <p:sldLayoutId id="2147483682" r:id="rId30"/>
    <p:sldLayoutId id="2147483655" r:id="rId31"/>
    <p:sldLayoutId id="2147483662" r:id="rId32"/>
    <p:sldLayoutId id="2147483683" r:id="rId33"/>
    <p:sldLayoutId id="2147483684" r:id="rId34"/>
    <p:sldLayoutId id="2147483690" r:id="rId35"/>
    <p:sldLayoutId id="2147483669" r:id="rId36"/>
    <p:sldLayoutId id="2147483667" r:id="rId37"/>
    <p:sldLayoutId id="2147483659" r:id="rId38"/>
    <p:sldLayoutId id="2147483670" r:id="rId39"/>
    <p:sldLayoutId id="2147483692" r:id="rId40"/>
    <p:sldLayoutId id="2147483676" r:id="rId4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F7903D-B7B8-2249-A3C4-97E30CF9EE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4315" y="6459764"/>
            <a:ext cx="2021016" cy="161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Fecha y Lugar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0D8402-6D05-AD4D-89A6-B10A2B4F6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22983" y="6482846"/>
            <a:ext cx="4114800" cy="138499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OHLA</a:t>
            </a:r>
          </a:p>
        </p:txBody>
      </p:sp>
    </p:spTree>
    <p:extLst>
      <p:ext uri="{BB962C8B-B14F-4D97-AF65-F5344CB8AC3E}">
        <p14:creationId xmlns:p14="http://schemas.microsoft.com/office/powerpoint/2010/main" val="2929798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  <p:sldLayoutId id="2147483726" r:id="rId25"/>
    <p:sldLayoutId id="2147483727" r:id="rId26"/>
    <p:sldLayoutId id="2147483728" r:id="rId27"/>
    <p:sldLayoutId id="2147483729" r:id="rId28"/>
    <p:sldLayoutId id="2147483730" r:id="rId29"/>
    <p:sldLayoutId id="2147483731" r:id="rId30"/>
    <p:sldLayoutId id="2147483732" r:id="rId31"/>
    <p:sldLayoutId id="2147483733" r:id="rId32"/>
    <p:sldLayoutId id="2147483734" r:id="rId33"/>
    <p:sldLayoutId id="2147483735" r:id="rId34"/>
    <p:sldLayoutId id="2147483736" r:id="rId35"/>
    <p:sldLayoutId id="2147483737" r:id="rId36"/>
    <p:sldLayoutId id="2147483738" r:id="rId37"/>
    <p:sldLayoutId id="2147483739" r:id="rId38"/>
    <p:sldLayoutId id="2147483740" r:id="rId39"/>
    <p:sldLayoutId id="2147483741" r:id="rId40"/>
    <p:sldLayoutId id="2147483742" r:id="rId4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Franja diagonal 8">
            <a:extLst>
              <a:ext uri="{FF2B5EF4-FFF2-40B4-BE49-F238E27FC236}">
                <a16:creationId xmlns:a16="http://schemas.microsoft.com/office/drawing/2014/main" id="{BC01166D-BE5F-3083-7C2C-5EAF2570DB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diagStripe">
            <a:avLst>
              <a:gd name="adj" fmla="val 7244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5488" y="1755648"/>
            <a:ext cx="1106424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656" y="274320"/>
            <a:ext cx="2268607" cy="123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1920240"/>
            <a:ext cx="103327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92D56"/>
                </a:solidFill>
                <a:latin typeface="Arial"/>
              </a:defRPr>
            </a:pPr>
            <a:r>
              <a:t>TRABAJOS SIMULTÁNEOS</a:t>
            </a:r>
          </a:p>
          <a:p>
            <a:pPr>
              <a:spcAft>
                <a:spcPts val="0"/>
              </a:spcAft>
              <a:defRPr sz="3400" b="1">
                <a:solidFill>
                  <a:srgbClr val="192D56"/>
                </a:solidFill>
                <a:latin typeface="Arial"/>
              </a:defRPr>
            </a:pPr>
            <a:r>
              <a:t>EN LÍNEA VERTICAL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33756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8C95"/>
                </a:solidFill>
                <a:latin typeface="Arial"/>
              </a:defRPr>
            </a:pPr>
            <a:r>
              <a:t>Evaluación de mallas, soportes y condiciones de habilitación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389120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Pedestales C-18 a C-04 • Booster OPP</a:t>
            </a:r>
          </a:p>
          <a:p>
            <a:pPr>
              <a:spcAft>
                <a:spcPts val="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Proyecto 25023 • TSF Fase 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5532120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500" b="1">
                <a:solidFill>
                  <a:srgbClr val="B65B18"/>
                </a:solidFill>
                <a:latin typeface="Arial"/>
              </a:defRPr>
            </a:pPr>
            <a:r>
              <a:t>RT-01 | 28 de octubre de 2026 | Para revisión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r>
              <a:t>Formato adaptado de EJEMPLO 1 • No constituye aprobación de diseño ni permiso de trabajo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Decisión que debe sustentarse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9000" cy="256032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3026664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Definir demanda local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Bloques, objetos y trayectorias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256032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43200"/>
            <a:ext cx="3026664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Demostrar capacidad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Sistema completo y despejes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429000" cy="256032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43200"/>
            <a:ext cx="3026664" cy="1600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Liberar por tarea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Recepción y coordinación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B65B18"/>
                </a:solidFill>
                <a:latin typeface="Arial"/>
              </a:defRPr>
            </a:pPr>
            <a:r>
              <a:t>Estado actual: no liberar simultaneidad expuesta. Ejecutar en ventanas exclusivas hasta cerrar la evidencia.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Fuentes: informe RT-01 §1, §16 • PETS122 §5–6, pp.8–9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Dónde interactúan los frentes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03</a:t>
            </a:r>
          </a:p>
        </p:txBody>
      </p:sp>
      <p:pic>
        <p:nvPicPr>
          <p:cNvPr id="8" name="Picture 7" descr="planta_reco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71" y="1645920"/>
            <a:ext cx="611649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78240" y="1828800"/>
            <a:ext cx="25603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Pedestales</a:t>
            </a:r>
          </a:p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C-18 a C-04</a:t>
            </a:r>
          </a:p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Terratest / OHLA</a:t>
            </a:r>
          </a:p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Nivel inferior</a:t>
            </a:r>
          </a:p>
          <a:p>
            <a:pPr>
              <a:spcAft>
                <a:spcPts val="600"/>
              </a:spcAft>
              <a:defRPr sz="2000" b="0">
                <a:solidFill>
                  <a:srgbClr val="192D56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2000" b="0">
                <a:solidFill>
                  <a:srgbClr val="192D56"/>
                </a:solidFill>
                <a:latin typeface="Arial"/>
              </a:defRPr>
            </a:pPr>
            <a:r>
              <a:t>Definir cobertura y exclusiones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430-SKT-TOP-00171 rev.1, planta PDF PP • Ubicaciones finales pendientes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El Anexo 2 calcula otra configuración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59436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Componente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Informe recibido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Anexo 2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Postes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Madera tornillo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Eucalipto Ø150 mm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Empotramiento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0,40 m propuesto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1,00 m + dado Ø0,40 m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Malla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Detalle por confirmar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Dos capas Ø2,77 mm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Sistema auxiliar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Sin equivalencia acreditada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Cables, retenidas y muertos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Ubicación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Pedestales OPP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Corredor Este PK 2+160–2+715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Fuentes: D1 §5 • Anexo 2 pp.4–7 • No existe equivalencia automática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Qué exige PETS122 para trabajar en paralelo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56231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378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192D56"/>
                </a:solidFill>
                <a:latin typeface="Arial"/>
              </a:defRPr>
            </a:pPr>
            <a:r>
              <a:t>Definir prioridades y reunir a las supervisiones en campo.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88920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15768"/>
            <a:ext cx="10378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192D56"/>
                </a:solidFill>
                <a:latin typeface="Arial"/>
              </a:defRPr>
            </a:pPr>
            <a:r>
              <a:t>Compartir secuencia, duración, límites y comunicación directa.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21608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48456"/>
            <a:ext cx="10378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192D56"/>
                </a:solidFill>
                <a:latin typeface="Arial"/>
              </a:defRPr>
            </a:pPr>
            <a:r>
              <a:t>Implementar controles e incorporarlos al IPERC; ATS si corresponde.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54296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10378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192D56"/>
                </a:solidFill>
                <a:latin typeface="Arial"/>
              </a:defRPr>
            </a:pPr>
            <a:r>
              <a:t>Detener ante cambios o ausencia de barreras sólidas.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GSSL-SIND-PETS122 v.03 • §5, p.8 • §6, pp.8–9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Energías reproducidas: demanda de referencia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120640" cy="228600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71830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11,96 kJ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471830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S1: 1,30 × 9,20 kJ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120640" cy="228600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29968"/>
            <a:ext cx="471830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16,64 kJ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4718303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S2: 1,30 × 12,80 kJ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80560"/>
            <a:ext cx="102412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400" b="0">
                <a:solidFill>
                  <a:srgbClr val="192D56"/>
                </a:solidFill>
                <a:latin typeface="Arial"/>
              </a:defRPr>
            </a:pPr>
            <a:r>
              <a:t>Bloque de referencia: 1 020 kg y Ø0,914 m.</a:t>
            </a:r>
          </a:p>
          <a:p>
            <a:pPr>
              <a:spcAft>
                <a:spcPts val="0"/>
              </a:spcAft>
              <a:defRPr sz="2400" b="0">
                <a:solidFill>
                  <a:srgbClr val="192D56"/>
                </a:solidFill>
                <a:latin typeface="Arial"/>
              </a:defRPr>
            </a:pPr>
            <a:r>
              <a:t>Requiere confirmar trayectorias y peligros propios de OPP.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Anexo 2 pp.5 y 8 • Recálculo RT-01 §6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Caída vertical: la energía puede superar la referencia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40080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Escenario supuesto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Energía E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Demanda Ed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20 kg desde 10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1,96 kJ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2,55 kJ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50 kg desde 20 m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9,81 kJ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12,75 kJ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100 kg desde 20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19,62 kJ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25,51 kJ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1 020 kg desde 2 m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20,01 kJ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26,02 kJ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3949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1">
                <a:solidFill>
                  <a:srgbClr val="B65B18"/>
                </a:solidFill>
                <a:latin typeface="Arial"/>
              </a:defRPr>
            </a:pPr>
            <a:r>
              <a:t>Los ejemplos no establecen alturas de caída admisibles.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RT-01 §6 • E = mgH • Ed = 1,30E • Datos ilustrativos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La deformación supuesta gobierna la fuerza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08</a:t>
            </a:r>
          </a:p>
        </p:txBody>
      </p:sp>
      <p:pic>
        <p:nvPicPr>
          <p:cNvPr id="8" name="Picture 7" descr="sensi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05660"/>
            <a:ext cx="7863840" cy="30581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23960" y="1828800"/>
            <a:ext cx="242316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8C95"/>
                </a:solidFill>
                <a:latin typeface="Arial"/>
              </a:defRPr>
            </a:pPr>
            <a:r>
              <a:t>S2</a:t>
            </a:r>
          </a:p>
          <a:p>
            <a:pPr>
              <a:spcAft>
                <a:spcPts val="600"/>
              </a:spcAft>
              <a:defRPr sz="2200" b="1">
                <a:solidFill>
                  <a:srgbClr val="008C95"/>
                </a:solidFill>
                <a:latin typeface="Arial"/>
              </a:defRPr>
            </a:pPr>
            <a:r>
              <a:t>δ = 1,50 m</a:t>
            </a:r>
          </a:p>
          <a:p>
            <a:pPr>
              <a:spcAft>
                <a:spcPts val="600"/>
              </a:spcAft>
              <a:defRPr sz="2200" b="1">
                <a:solidFill>
                  <a:srgbClr val="008C95"/>
                </a:solidFill>
                <a:latin typeface="Arial"/>
              </a:defRPr>
            </a:pPr>
            <a:r>
              <a:t>F = 22,19 kN</a:t>
            </a:r>
          </a:p>
          <a:p>
            <a:pPr>
              <a:spcAft>
                <a:spcPts val="600"/>
              </a:spcAft>
              <a:defRPr sz="2200" b="1">
                <a:solidFill>
                  <a:srgbClr val="008C95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2200" b="1">
                <a:solidFill>
                  <a:srgbClr val="008C95"/>
                </a:solidFill>
                <a:latin typeface="Arial"/>
              </a:defRPr>
            </a:pPr>
            <a:r>
              <a:t>δ = 0,50 m</a:t>
            </a:r>
          </a:p>
          <a:p>
            <a:pPr>
              <a:spcAft>
                <a:spcPts val="0"/>
              </a:spcAft>
              <a:defRPr sz="2200" b="1">
                <a:solidFill>
                  <a:srgbClr val="008C95"/>
                </a:solidFill>
                <a:latin typeface="Arial"/>
              </a:defRPr>
            </a:pPr>
            <a:r>
              <a:t>F = 66,56 kN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Anexo 2 §6.2 • Recálculo RT-01 §7 • δ no demostrada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Tres postes: una hipótesis decisiva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09</a:t>
            </a:r>
          </a:p>
        </p:txBody>
      </p:sp>
      <p:pic>
        <p:nvPicPr>
          <p:cNvPr id="8" name="Picture 7" descr="pos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154936"/>
            <a:ext cx="7955279" cy="3005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69680" y="1828800"/>
            <a:ext cx="23774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  <a:r>
              <a:t>Con 2 postes:</a:t>
            </a:r>
          </a:p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  <a:r>
              <a:t>66,96 MPa</a:t>
            </a:r>
          </a:p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  <a:r>
              <a:t>Con 3 postes:</a:t>
            </a:r>
          </a:p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  <a:r>
              <a:t>44,64 MPa</a:t>
            </a:r>
          </a:p>
          <a:p>
            <a:pPr>
              <a:spcAft>
                <a:spcPts val="600"/>
              </a:spcAft>
              <a:defRPr sz="2100" b="0">
                <a:solidFill>
                  <a:srgbClr val="192D56"/>
                </a:solidFill>
                <a:latin typeface="Arial"/>
              </a:defRPr>
            </a:pPr>
          </a:p>
          <a:p>
            <a:pPr>
              <a:spcAft>
                <a:spcPts val="0"/>
              </a:spcAft>
              <a:defRPr sz="2100" b="0">
                <a:solidFill>
                  <a:srgbClr val="192D56"/>
                </a:solidFill>
                <a:latin typeface="Arial"/>
              </a:defRPr>
            </a:pPr>
            <a:r>
              <a:t>Reparto pendiente de verificar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Anexo 2 pp.7–9 • RT-01 §8 • 60 MPa no es una resistencia de diseño acreditada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Malla: el resultado favorable no prueba el impacto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9000" cy="237744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56,56 kN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Tracción S2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Modelo del Anexo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237744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≈64 kN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43200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Resistencia nominal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No validada como diseño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429000" cy="237744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B65B18"/>
                </a:solidFill>
                <a:latin typeface="Arial"/>
              </a:defRPr>
            </a:pPr>
            <a:r>
              <a:t>RU ≈1,77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43200"/>
            <a:ext cx="302666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Si contacto baja de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1,00 m a 0,50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B65B18"/>
                </a:solidFill>
                <a:latin typeface="Arial"/>
              </a:defRPr>
            </a:pPr>
            <a:r>
              <a:t>Falta comprobar tejido, punzonamiento, dos capas, bordes y conexiones. Una ficha de alambre no certifica kJ del conjunto.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Anexo 2 pp.9–10 y ficha p.18 • RT-01 §9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Empotramiento de 40 cm: no está sustentado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5120640" cy="246888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71830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B65B18"/>
                </a:solidFill>
                <a:latin typeface="Arial"/>
              </a:defRPr>
            </a:pPr>
            <a:r>
              <a:t>16 %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4718303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Capacidad del modelo al pasar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de L=1,00 m a L=0,40 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120640" cy="246888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29968"/>
            <a:ext cx="4718303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B65B18"/>
                </a:solidFill>
                <a:latin typeface="Arial"/>
              </a:defRPr>
            </a:pPr>
            <a:r>
              <a:t>≈0,49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743200"/>
            <a:ext cx="4718303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Hu/Rbase para 0,40 m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Mismo dado y suelo supuestos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0">
                <a:solidFill>
                  <a:srgbClr val="192D56"/>
                </a:solidFill>
                <a:latin typeface="Arial"/>
              </a:defRPr>
            </a:pPr>
            <a:r>
              <a:t>Confirmar terreno, bordes, agua, rigidez, desplazamiento y anclajes. Las fundaciones del Corredor Este no se transfieren a OPP.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Anexo 2 pp.11–12 • Recálculo y límites RT-01 §11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Dos filas y control desde la fuente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8" name="Picture 7" descr="sist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46504"/>
            <a:ext cx="8412480" cy="3364991"/>
          </a:xfrm>
          <a:prstGeom prst="rect">
            <a:avLst/>
          </a:prstGeom>
        </p:spPr>
      </p:pic>
      <p:pic>
        <p:nvPicPr>
          <p:cNvPr id="9" name="Picture 8" descr="ppt3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575560"/>
            <a:ext cx="2103120" cy="2804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39496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8C95"/>
                </a:solidFill>
                <a:latin typeface="Arial"/>
              </a:defRPr>
            </a:pPr>
            <a:r>
              <a:t>Contener en origen + barrera validada + exclusión de la envolvente.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RT-01 §12 • Esquema conceptual sin escala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Qué tareas requieren exclusión inferior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3730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2179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Actividad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Criterio operativo actual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Montaje, limpieza o reparación de barreras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Ventana exclusiva y bloqueo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Excavación, rotura y habilitación de accesos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Exclusión hasta validar escenario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Acero, paneles y herramientas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Retención específica; controlar punzonamiento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Concreto y perforación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Asegurar equipos; contener y evaluar escapes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Izaje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Excluir trayectoria y zona de influencia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RT-01 §13 • PETS122 §6 • La liberación se realiza por tarea y sector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Ruta verificable para habilitar simultaneidad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56231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1  Demanda local y plano de interacción cerrados.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24328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2  Diseño y validación del sistema completo.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92424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19272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3  Montaje con nivel inferior expuesto evacuado.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60520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087368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4  Recepción, as-built y comprobación de despejes.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928616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55464"/>
            <a:ext cx="103784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5  Acta por turno, IPERC, comunicación y responsables.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Fuente: RT-01 §14–15 • Puntos de parada: ingeniería, recepción y liberación operacional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Tornillo: cálculo preliminar del empotramiento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828800"/>
          <a:ext cx="10698480" cy="2450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612648"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 efectivo supuesto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Lmin de cribado</a:t>
                      </a:r>
                    </a:p>
                  </a:txBody>
                  <a:tcPr marL="109728" marR="109728" marT="91440" marB="64008">
                    <a:solidFill>
                      <a:srgbClr val="192D5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0,25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2,16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0,40 m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1,70 m</a:t>
                      </a:r>
                    </a:p>
                  </a:txBody>
                  <a:tcPr marL="109728" marR="109728" marT="91440" marB="64008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0,50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100" b="0">
                          <a:solidFill>
                            <a:srgbClr val="192D56"/>
                          </a:solidFill>
                          <a:latin typeface="Arial"/>
                        </a:defRPr>
                      </a:pPr>
                      <a:r>
                        <a:t>1,52 m</a:t>
                      </a:r>
                    </a:p>
                  </a:txBody>
                  <a:tcPr marL="109728" marR="109728" marT="91440" marB="64008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572000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1">
                <a:solidFill>
                  <a:srgbClr val="B65B18"/>
                </a:solidFill>
                <a:latin typeface="Arial"/>
              </a:defRPr>
            </a:pPr>
            <a:r>
              <a:t>Alternativa de estudio: dado Ø0,50 m × 1,60 m.</a:t>
            </a:r>
          </a:p>
          <a:p>
            <a:pPr>
              <a:spcAft>
                <a:spcPts val="0"/>
              </a:spcAft>
              <a:defRPr sz="2300" b="1">
                <a:solidFill>
                  <a:srgbClr val="B65B18"/>
                </a:solidFill>
                <a:latin typeface="Arial"/>
              </a:defRPr>
            </a:pPr>
            <a:r>
              <a:t>No ejecutar hasta validar suelo, pendiente y sistema completo.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RT-01 §11A • Ed=16,64 kJ; δ=1,50 m • γ=19 y Kp=4,02 adoptados del Anexo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Tornillo: la profundidad requiere poste y retenida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3429000" cy="246888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Ø250 mm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743200"/>
            <a:ext cx="302666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Sección a estudiar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fb requerida ≥7,23 MPa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429000" cy="246888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008C95"/>
                </a:solidFill>
                <a:latin typeface="Arial"/>
              </a:defRPr>
            </a:pPr>
            <a:r>
              <a:t>31,38 kN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43200"/>
            <a:ext cx="302666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Demanda envolvente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Retenida a 45°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429000" cy="2468880"/>
          </a:xfrm>
          <a:prstGeom prst="rect">
            <a:avLst/>
          </a:prstGeom>
          <a:solidFill>
            <a:srgbClr val="F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9968"/>
            <a:ext cx="302666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200" b="1">
                <a:solidFill>
                  <a:srgbClr val="B65B18"/>
                </a:solidFill>
                <a:latin typeface="Arial"/>
              </a:defRPr>
            </a:pPr>
            <a:r>
              <a:t>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743200"/>
            <a:ext cx="3026664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Grado de tornillo,</a:t>
            </a:r>
          </a:p>
          <a:p>
            <a:pPr>
              <a:spcAft>
                <a:spcPts val="0"/>
              </a:spcAft>
              <a:defRPr sz="1700" b="0">
                <a:solidFill>
                  <a:srgbClr val="192D56"/>
                </a:solidFill>
                <a:latin typeface="Arial"/>
              </a:defRPr>
            </a:pPr>
            <a:r>
              <a:t>suelo y validación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0916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300" b="1">
                <a:solidFill>
                  <a:srgbClr val="B65B18"/>
                </a:solidFill>
                <a:latin typeface="Arial"/>
              </a:defRPr>
            </a:pPr>
            <a:r>
              <a:t>Sin retenida efectiva cambia el modelo. Si δ baja a 0,50 m, Lmin sube a 2,64 m en el mismo cribado.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RT-01 §§11B–11C • Dimensiones preliminares para revisión del calculista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9184"/>
            <a:ext cx="91440" cy="68580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9784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1">
                <a:solidFill>
                  <a:srgbClr val="008C95"/>
                </a:solidFill>
                <a:latin typeface="Arial"/>
              </a:defRPr>
            </a:pPr>
            <a:r>
              <a:t>SUSTENTO TÉCNICO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900" b="1">
                <a:solidFill>
                  <a:srgbClr val="192D56"/>
                </a:solidFill>
                <a:latin typeface="Arial"/>
              </a:defRPr>
            </a:pPr>
            <a:r>
              <a:t>Conclusión para la sustentación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27648"/>
            <a:ext cx="11155680" cy="2286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55664"/>
            <a:ext cx="99669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900" b="0">
                <a:solidFill>
                  <a:srgbClr val="526172"/>
                </a:solidFill>
                <a:latin typeface="Arial"/>
              </a:defRPr>
            </a:pPr>
            <a:r>
              <a:t>OHLA • TSF FASE IX | RT-01 • Para revisión; no autoriza simultaneidad expuesta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2823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100" b="0">
                <a:solidFill>
                  <a:srgbClr val="526172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81381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3000" b="1">
                <a:solidFill>
                  <a:srgbClr val="008C95"/>
                </a:solidFill>
                <a:latin typeface="Arial"/>
              </a:defRPr>
            </a:pPr>
            <a:r>
              <a:t>La simultaneidad requiere capacidad y cobertura comprobadas.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82112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108960"/>
            <a:ext cx="7818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El Anexo 2 sirve como referencia técnica auditada.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005072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7818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La configuración real y los escenarios OPP deben cerrarse.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828032"/>
            <a:ext cx="82296" cy="182880"/>
          </a:xfrm>
          <a:prstGeom prst="rect">
            <a:avLst/>
          </a:prstGeom>
          <a:solidFill>
            <a:srgbClr val="008C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754880"/>
            <a:ext cx="7818120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2200" b="0">
                <a:solidFill>
                  <a:srgbClr val="192D56"/>
                </a:solidFill>
                <a:latin typeface="Arial"/>
              </a:defRPr>
            </a:pPr>
            <a:r>
              <a:t>Hasta entonces: separar frentes con exclusión efectiva.</a:t>
            </a:r>
          </a:p>
        </p:txBody>
      </p:sp>
      <p:pic>
        <p:nvPicPr>
          <p:cNvPr id="15" name="Picture 14" descr="ppt3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407920"/>
            <a:ext cx="2286000" cy="3048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9344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  <a:defRPr sz="1000" b="0">
                <a:solidFill>
                  <a:srgbClr val="526172"/>
                </a:solidFill>
                <a:latin typeface="Arial"/>
              </a:defRPr>
            </a:pPr>
            <a:r>
              <a:t>Entregables: informe editable + PDF + PPT + cálculo reproducible • Revisión RT-01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das y portadillas">
  <a:themeElements>
    <a:clrScheme name="OHLA">
      <a:dk1>
        <a:srgbClr val="000000"/>
      </a:dk1>
      <a:lt1>
        <a:srgbClr val="FFFFFF"/>
      </a:lt1>
      <a:dk2>
        <a:srgbClr val="26327F"/>
      </a:dk2>
      <a:lt2>
        <a:srgbClr val="FFFFFF"/>
      </a:lt2>
      <a:accent1>
        <a:srgbClr val="00AB95"/>
      </a:accent1>
      <a:accent2>
        <a:srgbClr val="26327F"/>
      </a:accent2>
      <a:accent3>
        <a:srgbClr val="00AB95"/>
      </a:accent3>
      <a:accent4>
        <a:srgbClr val="26327F"/>
      </a:accent4>
      <a:accent5>
        <a:srgbClr val="00AB95"/>
      </a:accent5>
      <a:accent6>
        <a:srgbClr val="26327F"/>
      </a:accent6>
      <a:hlink>
        <a:srgbClr val="00AB95"/>
      </a:hlink>
      <a:folHlink>
        <a:srgbClr val="2632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LA_Plantilla_PPT_01" id="{174AEC33-5F0C-3040-9C38-949D373FE2FA}" vid="{4F47434A-43EA-CE43-AA1E-794A62435F2F}"/>
    </a:ext>
  </a:extLst>
</a:theme>
</file>

<file path=ppt/theme/theme2.xml><?xml version="1.0" encoding="utf-8"?>
<a:theme xmlns:a="http://schemas.openxmlformats.org/drawingml/2006/main" name="Diapositivas">
  <a:themeElements>
    <a:clrScheme name="OHLA">
      <a:dk1>
        <a:srgbClr val="000000"/>
      </a:dk1>
      <a:lt1>
        <a:srgbClr val="FFFFFF"/>
      </a:lt1>
      <a:dk2>
        <a:srgbClr val="26327F"/>
      </a:dk2>
      <a:lt2>
        <a:srgbClr val="FFFFFF"/>
      </a:lt2>
      <a:accent1>
        <a:srgbClr val="00AB95"/>
      </a:accent1>
      <a:accent2>
        <a:srgbClr val="26327F"/>
      </a:accent2>
      <a:accent3>
        <a:srgbClr val="00AB95"/>
      </a:accent3>
      <a:accent4>
        <a:srgbClr val="26327F"/>
      </a:accent4>
      <a:accent5>
        <a:srgbClr val="00AB95"/>
      </a:accent5>
      <a:accent6>
        <a:srgbClr val="26327F"/>
      </a:accent6>
      <a:hlink>
        <a:srgbClr val="00AB95"/>
      </a:hlink>
      <a:folHlink>
        <a:srgbClr val="2632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LA_Plantilla_PPT_01" id="{174AEC33-5F0C-3040-9C38-949D373FE2FA}" vid="{DEA536B6-AFE9-E242-81CA-3B2F5654D54F}"/>
    </a:ext>
  </a:extLst>
</a:theme>
</file>

<file path=ppt/theme/theme3.xml><?xml version="1.0" encoding="utf-8"?>
<a:theme xmlns:a="http://schemas.openxmlformats.org/drawingml/2006/main" name="1_Diapositivas">
  <a:themeElements>
    <a:clrScheme name="OHLA">
      <a:dk1>
        <a:srgbClr val="000000"/>
      </a:dk1>
      <a:lt1>
        <a:srgbClr val="FFFFFF"/>
      </a:lt1>
      <a:dk2>
        <a:srgbClr val="26327F"/>
      </a:dk2>
      <a:lt2>
        <a:srgbClr val="FFFFFF"/>
      </a:lt2>
      <a:accent1>
        <a:srgbClr val="00AB95"/>
      </a:accent1>
      <a:accent2>
        <a:srgbClr val="26327F"/>
      </a:accent2>
      <a:accent3>
        <a:srgbClr val="00AB95"/>
      </a:accent3>
      <a:accent4>
        <a:srgbClr val="26327F"/>
      </a:accent4>
      <a:accent5>
        <a:srgbClr val="00AB95"/>
      </a:accent5>
      <a:accent6>
        <a:srgbClr val="26327F"/>
      </a:accent6>
      <a:hlink>
        <a:srgbClr val="00AB95"/>
      </a:hlink>
      <a:folHlink>
        <a:srgbClr val="2632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HLA_Plantilla_PPT_01" id="{174AEC33-5F0C-3040-9C38-949D373FE2FA}" vid="{DEA536B6-AFE9-E242-81CA-3B2F5654D54F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75abbe-6039-43d9-8129-a512f7cad1ea">
      <Terms xmlns="http://schemas.microsoft.com/office/infopath/2007/PartnerControls"/>
    </lcf76f155ced4ddcb4097134ff3c332f>
    <TaxCatchAll xmlns="3f23e5d5-0892-402f-9f6b-3e21ec40b34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C_documentoOHL" ma:contentTypeID="0x0101006E452229A17967418DF33640A1281E27009A14DD3DDADBD74DA93359E933CBE834" ma:contentTypeVersion="23" ma:contentTypeDescription="Crear nuevo documento." ma:contentTypeScope="" ma:versionID="ba064e6219275389c7a5931f53354562">
  <xsd:schema xmlns:xsd="http://www.w3.org/2001/XMLSchema" xmlns:xs="http://www.w3.org/2001/XMLSchema" xmlns:p="http://schemas.microsoft.com/office/2006/metadata/properties" xmlns:ns2="ac75abbe-6039-43d9-8129-a512f7cad1ea" xmlns:ns3="3f23e5d5-0892-402f-9f6b-3e21ec40b34d" targetNamespace="http://schemas.microsoft.com/office/2006/metadata/properties" ma:root="true" ma:fieldsID="5a00ab09b07fb9c8b861565b66206e49" ns2:_="" ns3:_="">
    <xsd:import namespace="ac75abbe-6039-43d9-8129-a512f7cad1ea"/>
    <xsd:import namespace="3f23e5d5-0892-402f-9f6b-3e21ec40b34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75abbe-6039-43d9-8129-a512f7cad1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8a3a146e-d310-466b-91c0-28d8771f055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23e5d5-0892-402f-9f6b-3e21ec40b34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b3ba337-7416-40f3-ac4a-ac1593dfd092}" ma:internalName="TaxCatchAll" ma:showField="CatchAllData" ma:web="3f23e5d5-0892-402f-9f6b-3e21ec40b3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699F32-1460-439A-83E2-3EE1B9E06CF8}">
  <ds:schemaRefs>
    <ds:schemaRef ds:uri="http://schemas.microsoft.com/office/infopath/2007/PartnerControls"/>
    <ds:schemaRef ds:uri="http://www.w3.org/XML/1998/namespace"/>
    <ds:schemaRef ds:uri="http://purl.org/dc/dcmitype/"/>
    <ds:schemaRef ds:uri="http://purl.org/dc/terms/"/>
    <ds:schemaRef ds:uri="http://schemas.microsoft.com/office/2006/metadata/properties"/>
    <ds:schemaRef ds:uri="ac75abbe-6039-43d9-8129-a512f7cad1ea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3f23e5d5-0892-402f-9f6b-3e21ec40b34d"/>
  </ds:schemaRefs>
</ds:datastoreItem>
</file>

<file path=customXml/itemProps2.xml><?xml version="1.0" encoding="utf-8"?>
<ds:datastoreItem xmlns:ds="http://schemas.openxmlformats.org/officeDocument/2006/customXml" ds:itemID="{D42706ED-DCAD-48A3-940D-8E0E88CA27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8D406-CF13-4AD9-982A-45589ED7B3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75abbe-6039-43d9-8129-a512f7cad1ea"/>
    <ds:schemaRef ds:uri="3f23e5d5-0892-402f-9f6b-3e21ec40b3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OHLA_Plantilla_PPT_01</Template>
  <TotalTime>14720</TotalTime>
  <Words>169</Words>
  <Application>Microsoft Office PowerPoint</Application>
  <PresentationFormat>Panorámica</PresentationFormat>
  <Paragraphs>18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Portadas y portadillas</vt:lpstr>
      <vt:lpstr>Diapositivas</vt:lpstr>
      <vt:lpstr>1_Diapositivas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Ines Hurtado De Mendoza Rosas</dc:creator>
  <cp:lastModifiedBy>Anibal Teofilo Mendoza Trejo</cp:lastModifiedBy>
  <cp:revision>650</cp:revision>
  <dcterms:created xsi:type="dcterms:W3CDTF">2021-07-27T00:40:12Z</dcterms:created>
  <dcterms:modified xsi:type="dcterms:W3CDTF">2026-10-27T17:40:08Z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0x0101006E452229A17967418DF33640A1281E27009A14DD3DDADBD74DA93359E933CBE834</vt:lpwstr>
  </property>
  <property fmtid="{D5CDD505-2E9C-101B-9397-08002B2CF9AE}" pid="3" name="MediaServiceImageTags">
    <vt:lpwstr/>
  </property>
</Properties>
</file>