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652" r:id="rId5"/>
    <p:sldMasterId id="2147483701" r:id="rId6"/>
  </p:sldMasterIdLst>
  <p:notesMasterIdLst>
    <p:notesMasterId r:id="rId12"/>
  </p:notesMasterIdLst>
  <p:handoutMasterIdLst>
    <p:handoutMasterId r:id="rId13"/>
  </p:handoutMasterIdLst>
  <p:sldIdLst>
    <p:sldId id="256" r:id="rId11"/>
    <p:sldId id="257" r:id="rId10"/>
    <p:sldId id="258" r:id="rId9"/>
    <p:sldId id="259" r:id="rId8"/>
    <p:sldId id="260" r:id="rId7"/>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Roberto Junior Sanchez Arteaga" initials="RJSA" lastIdx="2" clrIdx="0">
    <p:extLst>
      <p:ext uri="{19B8F6BF-5375-455C-9EA6-DF929625EA0E}">
        <p15:presenceInfo xmlns:p15="http://schemas.microsoft.com/office/powerpoint/2012/main" userId="S-1-5-21-823518204-842925246-725345543-112162" providerId="AD"/>
      </p:ext>
    </p:extLst>
  </p:cmAuthor>
  <p:cmAuthor id="2" name="Ines Hurtado De Mendoza Rosas" initials="IHDMR" lastIdx="3" clrIdx="1">
    <p:extLst>
      <p:ext uri="{19B8F6BF-5375-455C-9EA6-DF929625EA0E}">
        <p15:presenceInfo xmlns:p15="http://schemas.microsoft.com/office/powerpoint/2012/main" userId="S-1-5-21-823518204-842925246-725345543-78309" providerId="AD"/>
      </p:ext>
    </p:extLst>
  </p:cmAuthor>
  <p:cmAuthor id="3" name="Milagros Angela Marcelo TravezaÑo" initials="MAMT" lastIdx="6" clrIdx="2">
    <p:extLst>
      <p:ext uri="{19B8F6BF-5375-455C-9EA6-DF929625EA0E}">
        <p15:presenceInfo xmlns:p15="http://schemas.microsoft.com/office/powerpoint/2012/main" userId="S-1-5-21-823518204-842925246-725345543-126584" providerId="AD"/>
      </p:ext>
    </p:extLst>
  </p:cmAuthor>
  <p:cmAuthor id="4" name="Greisy Angela Alania Alvarez" initials="GAAA" lastIdx="2" clrIdx="3">
    <p:extLst>
      <p:ext uri="{19B8F6BF-5375-455C-9EA6-DF929625EA0E}">
        <p15:presenceInfo xmlns:p15="http://schemas.microsoft.com/office/powerpoint/2012/main" userId="S-1-5-21-823518204-842925246-725345543-13092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327B"/>
    <a:srgbClr val="3F3178"/>
    <a:srgbClr val="FFFFFF"/>
    <a:srgbClr val="14327F"/>
    <a:srgbClr val="000000"/>
    <a:srgbClr val="F2F2F2"/>
    <a:srgbClr val="29FFFF"/>
    <a:srgbClr val="26327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8FB837D-C827-4EFA-A057-4D05807E0F7C}" styleName="Estilo temático 1 - Énfasis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10A1B5D5-9B99-4C35-A422-299274C87663}" styleName="Estilo medio 1 - Énfasis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2838BEF-8BB2-4498-84A7-C5851F593DF1}" styleName="Estilo medio 4 - Énfasis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E8034E78-7F5D-4C2E-B375-FC64B27BC917}" styleName="Estilo oscuro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719" autoAdjust="0"/>
    <p:restoredTop sz="93186" autoAdjust="0"/>
  </p:normalViewPr>
  <p:slideViewPr>
    <p:cSldViewPr snapToGrid="0" snapToObjects="1">
      <p:cViewPr varScale="1">
        <p:scale>
          <a:sx n="69" d="100"/>
          <a:sy n="69" d="100"/>
        </p:scale>
        <p:origin x="708" y="54"/>
      </p:cViewPr>
      <p:guideLst/>
    </p:cSldViewPr>
  </p:slideViewPr>
  <p:notesTextViewPr>
    <p:cViewPr>
      <p:scale>
        <a:sx n="75" d="100"/>
        <a:sy n="75" d="100"/>
      </p:scale>
      <p:origin x="0" y="0"/>
    </p:cViewPr>
  </p:notesTextViewPr>
  <p:sorterViewPr>
    <p:cViewPr>
      <p:scale>
        <a:sx n="100" d="100"/>
        <a:sy n="100" d="100"/>
      </p:scale>
      <p:origin x="0" y="0"/>
    </p:cViewPr>
  </p:sorterViewPr>
  <p:notesViewPr>
    <p:cSldViewPr snapToGrid="0" snapToObjects="1">
      <p:cViewPr varScale="1">
        <p:scale>
          <a:sx n="129" d="100"/>
          <a:sy n="129" d="100"/>
        </p:scale>
        <p:origin x="5432" y="19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5.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2.xml"/><Relationship Id="rId11" Type="http://schemas.openxmlformats.org/officeDocument/2006/relationships/slide" Target="slides/slide1.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commentAuthors" Target="commentAuthors.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DD2A8B0A-3125-7747-8681-401E1E759DD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a:extLst>
              <a:ext uri="{FF2B5EF4-FFF2-40B4-BE49-F238E27FC236}">
                <a16:creationId xmlns:a16="http://schemas.microsoft.com/office/drawing/2014/main" id="{6A4CC1A6-5BE0-534F-A6AB-14EEBB8F07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F0D0E0-3E51-B641-8D51-47D5A300E52C}" type="datetimeFigureOut">
              <a:rPr lang="es-ES" smtClean="0"/>
              <a:t>27/10/2026</a:t>
            </a:fld>
            <a:endParaRPr lang="es-ES"/>
          </a:p>
        </p:txBody>
      </p:sp>
      <p:sp>
        <p:nvSpPr>
          <p:cNvPr id="4" name="Marcador de pie de página 3">
            <a:extLst>
              <a:ext uri="{FF2B5EF4-FFF2-40B4-BE49-F238E27FC236}">
                <a16:creationId xmlns:a16="http://schemas.microsoft.com/office/drawing/2014/main" id="{27F7040A-DE7A-7E4F-AAE8-520D9526961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5" name="Marcador de número de diapositiva 4">
            <a:extLst>
              <a:ext uri="{FF2B5EF4-FFF2-40B4-BE49-F238E27FC236}">
                <a16:creationId xmlns:a16="http://schemas.microsoft.com/office/drawing/2014/main" id="{F106285D-20AB-4E45-B6E4-7ED4E6F1009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191BB7-8812-D749-886E-BBBA000B734B}" type="slidenum">
              <a:rPr lang="es-ES" smtClean="0"/>
              <a:t>‹Nº›</a:t>
            </a:fld>
            <a:endParaRPr lang="es-ES"/>
          </a:p>
        </p:txBody>
      </p:sp>
    </p:spTree>
    <p:extLst>
      <p:ext uri="{BB962C8B-B14F-4D97-AF65-F5344CB8AC3E}">
        <p14:creationId xmlns:p14="http://schemas.microsoft.com/office/powerpoint/2010/main" val="6151462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E54221-5E7B-C942-9467-92D33C6058BF}" type="datetimeFigureOut">
              <a:rPr lang="es-ES" smtClean="0"/>
              <a:t>27/10/2026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877CFA-A1D3-F644-8EDE-9A372A9BAD1D}" type="slidenum">
              <a:rPr lang="es-ES" smtClean="0"/>
              <a:t>‹Nº›</a:t>
            </a:fld>
            <a:endParaRPr lang="es-ES"/>
          </a:p>
        </p:txBody>
      </p:sp>
    </p:spTree>
    <p:extLst>
      <p:ext uri="{BB962C8B-B14F-4D97-AF65-F5344CB8AC3E}">
        <p14:creationId xmlns:p14="http://schemas.microsoft.com/office/powerpoint/2010/main" val="2011914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 previsto: eucalipto. Se conservan los cálculos y resultados originales del Anexo 2. La implantación de 5m+5m corresponde a la instrucción del solicitante, medida sobre terreno. No se ha ejecutado una nueva corrida RocFall.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Informe §4C. El origen está en el borde inferior expuesto del trabajo, no en el centro del pedestal. La protección en cajón es de madera y geotextil. No se acredita capacidad de los cajones por esta figura.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Informe §4C. Con el avance del acceso se mantiene la cobertura y la primera línea no queda a más de 5m del borde activo. Montaje, traslado o ampliación con nivel inferior expuesto evacuado y bloqueado.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Rt y Rn son restituciones; la fricción y rugosidad corresponden a superficies de trayectoria. No reemplazan φ37° o Kp4,02 de cimentación. No se aplican Rt² o Rn² a las energías del Anexo para reducirlas.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Transcripción de los valores originales redondeados del Anexo 2, sin sustituirlos por el recálculo independiente. La comparación del modelo no es certificación dinámica del conjunto OPP ni permiso firmado de simultaneidad.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jp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jpe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8.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jpe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8.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9.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jpeg"/></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8.png"/><Relationship Id="rId3" Type="http://schemas.openxmlformats.org/officeDocument/2006/relationships/image" Target="../media/image3.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8.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jpe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 Id="rId3" Type="http://schemas.openxmlformats.org/officeDocument/2006/relationships/image" Target="../media/image8.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7.jpe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rtada 01">
    <p:bg>
      <p:bgPr>
        <a:solidFill>
          <a:schemeClr val="tx2"/>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0F56F1-E5EA-164C-AF6C-1383752656B9}"/>
              </a:ext>
            </a:extLst>
          </p:cNvPr>
          <p:cNvSpPr>
            <a:spLocks noGrp="1"/>
          </p:cNvSpPr>
          <p:nvPr>
            <p:ph type="ctrTitle" hasCustomPrompt="1"/>
          </p:nvPr>
        </p:nvSpPr>
        <p:spPr>
          <a:xfrm>
            <a:off x="1041400" y="2305581"/>
            <a:ext cx="9144000" cy="2155911"/>
          </a:xfrm>
          <a:prstGeom prst="rect">
            <a:avLst/>
          </a:prstGeom>
        </p:spPr>
        <p:txBody>
          <a:bodyPr lIns="0" tIns="0" rIns="0" bIns="0" anchor="t" anchorCtr="0">
            <a:spAutoFit/>
          </a:bodyPr>
          <a:lstStyle>
            <a:lvl1pPr algn="l">
              <a:lnSpc>
                <a:spcPts val="8400"/>
              </a:lnSpc>
              <a:defRPr sz="8000" spc="0">
                <a:solidFill>
                  <a:schemeClr val="bg1"/>
                </a:solidFill>
                <a:latin typeface="+mn-lt"/>
              </a:defRPr>
            </a:lvl1pPr>
          </a:lstStyle>
          <a:p>
            <a:r>
              <a:rPr lang="es-ES" dirty="0"/>
              <a:t>Presentación </a:t>
            </a:r>
            <a:br>
              <a:rPr lang="es-ES" dirty="0"/>
            </a:br>
            <a:r>
              <a:rPr lang="es-ES" dirty="0"/>
              <a:t>Título</a:t>
            </a:r>
          </a:p>
        </p:txBody>
      </p:sp>
      <p:sp>
        <p:nvSpPr>
          <p:cNvPr id="25" name="Marcador de contenido 24">
            <a:extLst>
              <a:ext uri="{FF2B5EF4-FFF2-40B4-BE49-F238E27FC236}">
                <a16:creationId xmlns:a16="http://schemas.microsoft.com/office/drawing/2014/main" id="{A229E394-2E1D-C94E-BD05-C33C57C748E5}"/>
              </a:ext>
            </a:extLst>
          </p:cNvPr>
          <p:cNvSpPr>
            <a:spLocks noGrp="1"/>
          </p:cNvSpPr>
          <p:nvPr>
            <p:ph sz="quarter" idx="10" hasCustomPrompt="1"/>
          </p:nvPr>
        </p:nvSpPr>
        <p:spPr>
          <a:xfrm>
            <a:off x="1041400" y="4461492"/>
            <a:ext cx="5919787" cy="249299"/>
          </a:xfrm>
          <a:prstGeom prst="rect">
            <a:avLst/>
          </a:prstGeom>
        </p:spPr>
        <p:txBody>
          <a:bodyPr lIns="0" tIns="0" rIns="0" bIns="0">
            <a:spAutoFit/>
          </a:bodyPr>
          <a:lstStyle>
            <a:lvl1pPr marL="0" indent="0">
              <a:lnSpc>
                <a:spcPts val="1860"/>
              </a:lnSpc>
              <a:spcBef>
                <a:spcPts val="0"/>
              </a:spcBef>
              <a:buFontTx/>
              <a:buNone/>
              <a:defRPr sz="1800">
                <a:solidFill>
                  <a:schemeClr val="bg1"/>
                </a:solidFill>
              </a:defRPr>
            </a:lvl1pPr>
          </a:lstStyle>
          <a:p>
            <a:pPr lvl="0"/>
            <a:r>
              <a:rPr lang="es-ES" dirty="0"/>
              <a:t>Subtítulo presentación</a:t>
            </a:r>
          </a:p>
        </p:txBody>
      </p:sp>
      <p:sp>
        <p:nvSpPr>
          <p:cNvPr id="30" name="Marcador de fecha 3">
            <a:extLst>
              <a:ext uri="{FF2B5EF4-FFF2-40B4-BE49-F238E27FC236}">
                <a16:creationId xmlns:a16="http://schemas.microsoft.com/office/drawing/2014/main" id="{1A79B623-3DCE-6C40-A34D-0AE98BEF2BBE}"/>
              </a:ext>
            </a:extLst>
          </p:cNvPr>
          <p:cNvSpPr>
            <a:spLocks noGrp="1"/>
          </p:cNvSpPr>
          <p:nvPr>
            <p:ph type="dt" sz="half" idx="2"/>
          </p:nvPr>
        </p:nvSpPr>
        <p:spPr>
          <a:xfrm>
            <a:off x="456457" y="6459764"/>
            <a:ext cx="2021016" cy="161582"/>
          </a:xfrm>
          <a:prstGeom prst="rect">
            <a:avLst/>
          </a:prstGeom>
        </p:spPr>
        <p:txBody>
          <a:bodyPr vert="horz" wrap="square" lIns="0" tIns="0" rIns="0" bIns="0" rtlCol="0" anchor="t" anchorCtr="0">
            <a:spAutoFit/>
          </a:bodyPr>
          <a:lstStyle>
            <a:lvl1pPr algn="l">
              <a:defRPr sz="1050">
                <a:solidFill>
                  <a:schemeClr val="bg1"/>
                </a:solidFill>
              </a:defRPr>
            </a:lvl1pPr>
          </a:lstStyle>
          <a:p>
            <a:r>
              <a:rPr lang="es-ES" dirty="0"/>
              <a:t>Fecha y Lugar</a:t>
            </a:r>
          </a:p>
        </p:txBody>
      </p:sp>
      <p:pic>
        <p:nvPicPr>
          <p:cNvPr id="7" name="Marcador de contenido 9"/>
          <p:cNvPicPr>
            <a:picLocks noChangeAspect="1"/>
          </p:cNvPicPr>
          <p:nvPr userDrawn="1"/>
        </p:nvPicPr>
        <p:blipFill rotWithShape="1">
          <a:blip r:embed="rId2">
            <a:extLst>
              <a:ext uri="{28A0092B-C50C-407E-A947-70E740481C1C}">
                <a14:useLocalDpi xmlns:a14="http://schemas.microsoft.com/office/drawing/2010/main" val="0"/>
              </a:ext>
            </a:extLst>
          </a:blip>
          <a:srcRect l="3580" t="5762" r="2391" b="6619"/>
          <a:stretch/>
        </p:blipFill>
        <p:spPr>
          <a:xfrm>
            <a:off x="177131" y="207708"/>
            <a:ext cx="2905460" cy="1473192"/>
          </a:xfrm>
          <a:prstGeom prst="rect">
            <a:avLst/>
          </a:prstGeom>
          <a:ln>
            <a:noFill/>
          </a:ln>
        </p:spPr>
      </p:pic>
    </p:spTree>
    <p:extLst>
      <p:ext uri="{BB962C8B-B14F-4D97-AF65-F5344CB8AC3E}">
        <p14:creationId xmlns:p14="http://schemas.microsoft.com/office/powerpoint/2010/main" val="3743886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ortada 02">
    <p:spTree>
      <p:nvGrpSpPr>
        <p:cNvPr id="1" name=""/>
        <p:cNvGrpSpPr/>
        <p:nvPr/>
      </p:nvGrpSpPr>
      <p:grpSpPr>
        <a:xfrm>
          <a:off x="0" y="0"/>
          <a:ext cx="0" cy="0"/>
          <a:chOff x="0" y="0"/>
          <a:chExt cx="0" cy="0"/>
        </a:xfrm>
      </p:grpSpPr>
      <p:sp>
        <p:nvSpPr>
          <p:cNvPr id="6" name="Título 1">
            <a:extLst>
              <a:ext uri="{FF2B5EF4-FFF2-40B4-BE49-F238E27FC236}">
                <a16:creationId xmlns:a16="http://schemas.microsoft.com/office/drawing/2014/main" id="{BF85493E-326A-CA4A-AA97-52900D1CF914}"/>
              </a:ext>
            </a:extLst>
          </p:cNvPr>
          <p:cNvSpPr>
            <a:spLocks noGrp="1"/>
          </p:cNvSpPr>
          <p:nvPr>
            <p:ph type="ctrTitle" hasCustomPrompt="1"/>
          </p:nvPr>
        </p:nvSpPr>
        <p:spPr>
          <a:xfrm>
            <a:off x="1041400" y="2305581"/>
            <a:ext cx="5335587" cy="1949252"/>
          </a:xfrm>
          <a:prstGeom prst="rect">
            <a:avLst/>
          </a:prstGeom>
        </p:spPr>
        <p:txBody>
          <a:bodyPr wrap="square" lIns="0" tIns="0" rIns="0" bIns="0" anchor="t" anchorCtr="0">
            <a:spAutoFit/>
          </a:bodyPr>
          <a:lstStyle>
            <a:lvl1pPr algn="l">
              <a:lnSpc>
                <a:spcPts val="7600"/>
              </a:lnSpc>
              <a:defRPr sz="7000" spc="0">
                <a:solidFill>
                  <a:schemeClr val="tx2"/>
                </a:solidFill>
                <a:latin typeface="+mn-lt"/>
              </a:defRPr>
            </a:lvl1pPr>
          </a:lstStyle>
          <a:p>
            <a:r>
              <a:rPr lang="es-ES" dirty="0"/>
              <a:t>Presentación </a:t>
            </a:r>
            <a:br>
              <a:rPr lang="es-ES" dirty="0"/>
            </a:br>
            <a:r>
              <a:rPr lang="es-ES" dirty="0"/>
              <a:t>Título</a:t>
            </a:r>
          </a:p>
        </p:txBody>
      </p:sp>
      <p:sp>
        <p:nvSpPr>
          <p:cNvPr id="7" name="Marcador de contenido 24">
            <a:extLst>
              <a:ext uri="{FF2B5EF4-FFF2-40B4-BE49-F238E27FC236}">
                <a16:creationId xmlns:a16="http://schemas.microsoft.com/office/drawing/2014/main" id="{5D35A164-19E4-294F-A34A-39C4E03DC3A6}"/>
              </a:ext>
            </a:extLst>
          </p:cNvPr>
          <p:cNvSpPr>
            <a:spLocks noGrp="1"/>
          </p:cNvSpPr>
          <p:nvPr>
            <p:ph sz="quarter" idx="10" hasCustomPrompt="1"/>
          </p:nvPr>
        </p:nvSpPr>
        <p:spPr>
          <a:xfrm>
            <a:off x="1041400" y="4254833"/>
            <a:ext cx="5335587" cy="249299"/>
          </a:xfrm>
          <a:prstGeom prst="rect">
            <a:avLst/>
          </a:prstGeom>
        </p:spPr>
        <p:txBody>
          <a:bodyPr wrap="square" lIns="0" tIns="0" rIns="0" bIns="0">
            <a:spAutoFit/>
          </a:bodyPr>
          <a:lstStyle>
            <a:lvl1pPr marL="0" indent="0">
              <a:lnSpc>
                <a:spcPts val="1860"/>
              </a:lnSpc>
              <a:spcBef>
                <a:spcPts val="0"/>
              </a:spcBef>
              <a:buFontTx/>
              <a:buNone/>
              <a:defRPr sz="1800">
                <a:solidFill>
                  <a:schemeClr val="accent1"/>
                </a:solidFill>
              </a:defRPr>
            </a:lvl1pPr>
          </a:lstStyle>
          <a:p>
            <a:pPr lvl="0"/>
            <a:r>
              <a:rPr lang="es-ES" dirty="0"/>
              <a:t>Subtítulo presentación</a:t>
            </a:r>
          </a:p>
        </p:txBody>
      </p:sp>
      <p:sp>
        <p:nvSpPr>
          <p:cNvPr id="10" name="Marcador de posición de imagen 9">
            <a:extLst>
              <a:ext uri="{FF2B5EF4-FFF2-40B4-BE49-F238E27FC236}">
                <a16:creationId xmlns:a16="http://schemas.microsoft.com/office/drawing/2014/main" id="{E14955C5-93E7-8148-8264-F49F5780B855}"/>
              </a:ext>
            </a:extLst>
          </p:cNvPr>
          <p:cNvSpPr>
            <a:spLocks noGrp="1"/>
          </p:cNvSpPr>
          <p:nvPr>
            <p:ph type="pic" sz="quarter" idx="12" hasCustomPrompt="1"/>
          </p:nvPr>
        </p:nvSpPr>
        <p:spPr>
          <a:xfrm>
            <a:off x="6564313" y="0"/>
            <a:ext cx="5627687" cy="6858000"/>
          </a:xfrm>
          <a:prstGeom prst="rect">
            <a:avLst/>
          </a:prstGeom>
          <a:solidFill>
            <a:schemeClr val="tx2">
              <a:lumMod val="20000"/>
              <a:lumOff val="80000"/>
            </a:schemeClr>
          </a:solidFill>
        </p:spPr>
        <p:txBody>
          <a:bodyPr lIns="0" tIns="2448000" rIns="0" bIns="0" anchor="t" anchorCtr="0"/>
          <a:lstStyle>
            <a:lvl1pPr marL="0" indent="0" algn="ctr">
              <a:buFontTx/>
              <a:buNone/>
              <a:defRPr sz="1100"/>
            </a:lvl1pPr>
          </a:lstStyle>
          <a:p>
            <a:r>
              <a:rPr lang="es-ES" dirty="0"/>
              <a:t>INSERTAR IMAGEN</a:t>
            </a:r>
          </a:p>
        </p:txBody>
      </p:sp>
      <p:sp>
        <p:nvSpPr>
          <p:cNvPr id="13" name="Marcador de fecha 3">
            <a:extLst>
              <a:ext uri="{FF2B5EF4-FFF2-40B4-BE49-F238E27FC236}">
                <a16:creationId xmlns:a16="http://schemas.microsoft.com/office/drawing/2014/main" id="{D3E4C2D3-B69E-AF47-B6F2-53EA6B3A6A45}"/>
              </a:ext>
            </a:extLst>
          </p:cNvPr>
          <p:cNvSpPr>
            <a:spLocks noGrp="1"/>
          </p:cNvSpPr>
          <p:nvPr>
            <p:ph type="dt" sz="half" idx="2"/>
          </p:nvPr>
        </p:nvSpPr>
        <p:spPr>
          <a:xfrm>
            <a:off x="456457"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pic>
        <p:nvPicPr>
          <p:cNvPr id="8" name="Imagen 7"/>
          <p:cNvPicPr>
            <a:picLocks noChangeAspect="1"/>
          </p:cNvPicPr>
          <p:nvPr userDrawn="1"/>
        </p:nvPicPr>
        <p:blipFill>
          <a:blip r:embed="rId2"/>
          <a:stretch>
            <a:fillRect/>
          </a:stretch>
        </p:blipFill>
        <p:spPr>
          <a:xfrm>
            <a:off x="0" y="0"/>
            <a:ext cx="3203494" cy="1742593"/>
          </a:xfrm>
          <a:prstGeom prst="rect">
            <a:avLst/>
          </a:prstGeom>
        </p:spPr>
      </p:pic>
    </p:spTree>
    <p:extLst>
      <p:ext uri="{BB962C8B-B14F-4D97-AF65-F5344CB8AC3E}">
        <p14:creationId xmlns:p14="http://schemas.microsoft.com/office/powerpoint/2010/main" val="388564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ortadilla 01">
    <p:bg>
      <p:bgPr>
        <a:solidFill>
          <a:schemeClr val="accent1"/>
        </a:solidFill>
        <a:effectLst/>
      </p:bgPr>
    </p:bg>
    <p:spTree>
      <p:nvGrpSpPr>
        <p:cNvPr id="1" name=""/>
        <p:cNvGrpSpPr/>
        <p:nvPr/>
      </p:nvGrpSpPr>
      <p:grpSpPr>
        <a:xfrm>
          <a:off x="0" y="0"/>
          <a:ext cx="0" cy="0"/>
          <a:chOff x="0" y="0"/>
          <a:chExt cx="0" cy="0"/>
        </a:xfrm>
      </p:grpSpPr>
      <p:sp>
        <p:nvSpPr>
          <p:cNvPr id="8" name="Título 1">
            <a:extLst>
              <a:ext uri="{FF2B5EF4-FFF2-40B4-BE49-F238E27FC236}">
                <a16:creationId xmlns:a16="http://schemas.microsoft.com/office/drawing/2014/main" id="{84591560-A98D-F84B-A1B6-DCF9FF2965EE}"/>
              </a:ext>
            </a:extLst>
          </p:cNvPr>
          <p:cNvSpPr>
            <a:spLocks noGrp="1"/>
          </p:cNvSpPr>
          <p:nvPr>
            <p:ph type="ctrTitle" hasCustomPrompt="1"/>
          </p:nvPr>
        </p:nvSpPr>
        <p:spPr>
          <a:xfrm>
            <a:off x="457200" y="2314970"/>
            <a:ext cx="9144000" cy="871713"/>
          </a:xfrm>
          <a:prstGeom prst="rect">
            <a:avLst/>
          </a:prstGeom>
        </p:spPr>
        <p:txBody>
          <a:bodyPr lIns="0" tIns="0" rIns="0" bIns="0" anchor="t" anchorCtr="0">
            <a:spAutoFit/>
          </a:bodyPr>
          <a:lstStyle>
            <a:lvl1pPr algn="l">
              <a:lnSpc>
                <a:spcPts val="6600"/>
              </a:lnSpc>
              <a:defRPr sz="7000" spc="0">
                <a:solidFill>
                  <a:schemeClr val="bg1"/>
                </a:solidFill>
                <a:latin typeface="+mn-lt"/>
              </a:defRPr>
            </a:lvl1pPr>
          </a:lstStyle>
          <a:p>
            <a:r>
              <a:rPr lang="es-ES" dirty="0"/>
              <a:t>Título capítulo</a:t>
            </a:r>
          </a:p>
        </p:txBody>
      </p:sp>
      <p:pic>
        <p:nvPicPr>
          <p:cNvPr id="12" name="Imagen 11" descr="Logotipo&#10;&#10;Descripción generada automáticamente con confianza media">
            <a:extLst>
              <a:ext uri="{FF2B5EF4-FFF2-40B4-BE49-F238E27FC236}">
                <a16:creationId xmlns:a16="http://schemas.microsoft.com/office/drawing/2014/main" id="{3633D0D1-DB6E-EF4E-8826-A6D1DA65591F}"/>
              </a:ext>
            </a:extLst>
          </p:cNvPr>
          <p:cNvPicPr>
            <a:picLocks noChangeAspect="1"/>
          </p:cNvPicPr>
          <p:nvPr userDrawn="1"/>
        </p:nvPicPr>
        <p:blipFill>
          <a:blip r:embed="rId2"/>
          <a:stretch>
            <a:fillRect/>
          </a:stretch>
        </p:blipFill>
        <p:spPr>
          <a:xfrm>
            <a:off x="334058" y="339782"/>
            <a:ext cx="939001" cy="460964"/>
          </a:xfrm>
          <a:prstGeom prst="rect">
            <a:avLst/>
          </a:prstGeom>
        </p:spPr>
      </p:pic>
      <p:sp>
        <p:nvSpPr>
          <p:cNvPr id="23" name="Marcador de fecha 3">
            <a:extLst>
              <a:ext uri="{FF2B5EF4-FFF2-40B4-BE49-F238E27FC236}">
                <a16:creationId xmlns:a16="http://schemas.microsoft.com/office/drawing/2014/main" id="{3734C598-C192-4C4C-98E4-57111D220B20}"/>
              </a:ext>
            </a:extLst>
          </p:cNvPr>
          <p:cNvSpPr>
            <a:spLocks noGrp="1"/>
          </p:cNvSpPr>
          <p:nvPr>
            <p:ph type="dt" sz="half" idx="2"/>
          </p:nvPr>
        </p:nvSpPr>
        <p:spPr>
          <a:xfrm>
            <a:off x="456457" y="6459764"/>
            <a:ext cx="2021016" cy="161582"/>
          </a:xfrm>
          <a:prstGeom prst="rect">
            <a:avLst/>
          </a:prstGeom>
        </p:spPr>
        <p:txBody>
          <a:bodyPr vert="horz" wrap="square" lIns="0" tIns="0" rIns="0" bIns="0" rtlCol="0" anchor="t" anchorCtr="0">
            <a:spAutoFit/>
          </a:bodyPr>
          <a:lstStyle>
            <a:lvl1pPr algn="l">
              <a:defRPr sz="1050">
                <a:solidFill>
                  <a:schemeClr val="bg1"/>
                </a:solidFill>
              </a:defRPr>
            </a:lvl1pPr>
          </a:lstStyle>
          <a:p>
            <a:r>
              <a:rPr lang="es-ES" dirty="0"/>
              <a:t>Fecha y Lugar</a:t>
            </a:r>
          </a:p>
        </p:txBody>
      </p:sp>
      <p:sp>
        <p:nvSpPr>
          <p:cNvPr id="24" name="Marcador de pie de página 4">
            <a:extLst>
              <a:ext uri="{FF2B5EF4-FFF2-40B4-BE49-F238E27FC236}">
                <a16:creationId xmlns:a16="http://schemas.microsoft.com/office/drawing/2014/main" id="{8997AF0D-88CC-0A44-B446-5699DB1444B3}"/>
              </a:ext>
            </a:extLst>
          </p:cNvPr>
          <p:cNvSpPr>
            <a:spLocks noGrp="1"/>
          </p:cNvSpPr>
          <p:nvPr>
            <p:ph type="ftr" sz="quarter" idx="3"/>
          </p:nvPr>
        </p:nvSpPr>
        <p:spPr>
          <a:xfrm>
            <a:off x="2905125" y="6482846"/>
            <a:ext cx="4114800" cy="138499"/>
          </a:xfrm>
          <a:prstGeom prst="rect">
            <a:avLst/>
          </a:prstGeom>
        </p:spPr>
        <p:txBody>
          <a:bodyPr vert="horz" lIns="0" tIns="0" rIns="0" bIns="0" rtlCol="0" anchor="ctr">
            <a:spAutoFit/>
          </a:bodyPr>
          <a:lstStyle>
            <a:lvl1pPr algn="l">
              <a:defRPr sz="900">
                <a:solidFill>
                  <a:schemeClr val="bg1"/>
                </a:solidFill>
              </a:defRPr>
            </a:lvl1pPr>
          </a:lstStyle>
          <a:p>
            <a:r>
              <a:rPr lang="es-ES" dirty="0"/>
              <a:t>OHLA</a:t>
            </a:r>
          </a:p>
        </p:txBody>
      </p:sp>
      <p:sp>
        <p:nvSpPr>
          <p:cNvPr id="7" name="Marcador de texto 2">
            <a:extLst>
              <a:ext uri="{FF2B5EF4-FFF2-40B4-BE49-F238E27FC236}">
                <a16:creationId xmlns:a16="http://schemas.microsoft.com/office/drawing/2014/main" id="{CA834210-32DD-B546-9EE9-3C4C50F8909A}"/>
              </a:ext>
            </a:extLst>
          </p:cNvPr>
          <p:cNvSpPr>
            <a:spLocks noGrp="1"/>
          </p:cNvSpPr>
          <p:nvPr>
            <p:ph type="body" sz="quarter" idx="13" hasCustomPrompt="1"/>
          </p:nvPr>
        </p:nvSpPr>
        <p:spPr>
          <a:xfrm>
            <a:off x="457200" y="1433066"/>
            <a:ext cx="2447925" cy="910186"/>
          </a:xfrm>
          <a:prstGeom prst="rect">
            <a:avLst/>
          </a:prstGeom>
        </p:spPr>
        <p:txBody>
          <a:bodyPr lIns="0" tIns="0" rIns="0" bIns="0">
            <a:spAutoFit/>
          </a:bodyPr>
          <a:lstStyle>
            <a:lvl1pPr marL="0" indent="0">
              <a:lnSpc>
                <a:spcPts val="7000"/>
              </a:lnSpc>
              <a:spcBef>
                <a:spcPts val="0"/>
              </a:spcBef>
              <a:buFontTx/>
              <a:buNone/>
              <a:defRPr sz="7000">
                <a:solidFill>
                  <a:schemeClr val="bg1"/>
                </a:solidFill>
              </a:defRPr>
            </a:lvl1pPr>
          </a:lstStyle>
          <a:p>
            <a:pPr lvl="0"/>
            <a:r>
              <a:rPr lang="es-ES" dirty="0"/>
              <a:t>01</a:t>
            </a:r>
          </a:p>
        </p:txBody>
      </p:sp>
      <p:pic>
        <p:nvPicPr>
          <p:cNvPr id="9" name="Imagen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2920" y="164764"/>
            <a:ext cx="1121538" cy="660897"/>
          </a:xfrm>
          <a:prstGeom prst="rect">
            <a:avLst/>
          </a:prstGeom>
          <a:solidFill>
            <a:schemeClr val="accent5"/>
          </a:solidFill>
        </p:spPr>
      </p:pic>
    </p:spTree>
    <p:extLst>
      <p:ext uri="{BB962C8B-B14F-4D97-AF65-F5344CB8AC3E}">
        <p14:creationId xmlns:p14="http://schemas.microsoft.com/office/powerpoint/2010/main" val="1548866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ortadilla 02">
    <p:bg>
      <p:bgPr>
        <a:solidFill>
          <a:schemeClr val="tx2"/>
        </a:solidFill>
        <a:effectLst/>
      </p:bgPr>
    </p:bg>
    <p:spTree>
      <p:nvGrpSpPr>
        <p:cNvPr id="1" name=""/>
        <p:cNvGrpSpPr/>
        <p:nvPr/>
      </p:nvGrpSpPr>
      <p:grpSpPr>
        <a:xfrm>
          <a:off x="0" y="0"/>
          <a:ext cx="0" cy="0"/>
          <a:chOff x="0" y="0"/>
          <a:chExt cx="0" cy="0"/>
        </a:xfrm>
      </p:grpSpPr>
      <p:sp>
        <p:nvSpPr>
          <p:cNvPr id="3" name="Marcador de texto 2">
            <a:extLst>
              <a:ext uri="{FF2B5EF4-FFF2-40B4-BE49-F238E27FC236}">
                <a16:creationId xmlns:a16="http://schemas.microsoft.com/office/drawing/2014/main" id="{8CF11EF7-0AC9-274B-AF11-105BF9C642B8}"/>
              </a:ext>
            </a:extLst>
          </p:cNvPr>
          <p:cNvSpPr>
            <a:spLocks noGrp="1"/>
          </p:cNvSpPr>
          <p:nvPr>
            <p:ph type="body" sz="quarter" idx="13" hasCustomPrompt="1"/>
          </p:nvPr>
        </p:nvSpPr>
        <p:spPr>
          <a:xfrm>
            <a:off x="457200" y="1433066"/>
            <a:ext cx="2447925" cy="910186"/>
          </a:xfrm>
          <a:prstGeom prst="rect">
            <a:avLst/>
          </a:prstGeom>
        </p:spPr>
        <p:txBody>
          <a:bodyPr lIns="0" tIns="0" rIns="0" bIns="0">
            <a:spAutoFit/>
          </a:bodyPr>
          <a:lstStyle>
            <a:lvl1pPr marL="0" indent="0">
              <a:lnSpc>
                <a:spcPts val="7000"/>
              </a:lnSpc>
              <a:spcBef>
                <a:spcPts val="0"/>
              </a:spcBef>
              <a:buFontTx/>
              <a:buNone/>
              <a:defRPr sz="7000">
                <a:solidFill>
                  <a:schemeClr val="bg1"/>
                </a:solidFill>
              </a:defRPr>
            </a:lvl1pPr>
          </a:lstStyle>
          <a:p>
            <a:pPr lvl="0"/>
            <a:r>
              <a:rPr lang="es-ES" dirty="0"/>
              <a:t>01</a:t>
            </a:r>
          </a:p>
        </p:txBody>
      </p:sp>
      <p:sp>
        <p:nvSpPr>
          <p:cNvPr id="13" name="Marcador de fecha 3">
            <a:extLst>
              <a:ext uri="{FF2B5EF4-FFF2-40B4-BE49-F238E27FC236}">
                <a16:creationId xmlns:a16="http://schemas.microsoft.com/office/drawing/2014/main" id="{C8EF352F-A4B3-D145-9AA9-BD3809F42F7F}"/>
              </a:ext>
            </a:extLst>
          </p:cNvPr>
          <p:cNvSpPr>
            <a:spLocks noGrp="1"/>
          </p:cNvSpPr>
          <p:nvPr>
            <p:ph type="dt" sz="half" idx="2"/>
          </p:nvPr>
        </p:nvSpPr>
        <p:spPr>
          <a:xfrm>
            <a:off x="456457" y="6459764"/>
            <a:ext cx="2021016" cy="161582"/>
          </a:xfrm>
          <a:prstGeom prst="rect">
            <a:avLst/>
          </a:prstGeom>
        </p:spPr>
        <p:txBody>
          <a:bodyPr vert="horz" wrap="square" lIns="0" tIns="0" rIns="0" bIns="0" rtlCol="0" anchor="t" anchorCtr="0">
            <a:spAutoFit/>
          </a:bodyPr>
          <a:lstStyle>
            <a:lvl1pPr algn="l">
              <a:defRPr sz="1050">
                <a:solidFill>
                  <a:schemeClr val="bg1"/>
                </a:solidFill>
              </a:defRPr>
            </a:lvl1pPr>
          </a:lstStyle>
          <a:p>
            <a:r>
              <a:rPr lang="es-ES" dirty="0"/>
              <a:t>Fecha y Lugar</a:t>
            </a:r>
          </a:p>
        </p:txBody>
      </p:sp>
      <p:sp>
        <p:nvSpPr>
          <p:cNvPr id="15" name="Marcador de pie de página 4">
            <a:extLst>
              <a:ext uri="{FF2B5EF4-FFF2-40B4-BE49-F238E27FC236}">
                <a16:creationId xmlns:a16="http://schemas.microsoft.com/office/drawing/2014/main" id="{89C81D35-04C8-6C40-A523-02A3F13D5122}"/>
              </a:ext>
            </a:extLst>
          </p:cNvPr>
          <p:cNvSpPr>
            <a:spLocks noGrp="1"/>
          </p:cNvSpPr>
          <p:nvPr>
            <p:ph type="ftr" sz="quarter" idx="3"/>
          </p:nvPr>
        </p:nvSpPr>
        <p:spPr>
          <a:xfrm>
            <a:off x="2905125" y="6482846"/>
            <a:ext cx="4114800" cy="138499"/>
          </a:xfrm>
          <a:prstGeom prst="rect">
            <a:avLst/>
          </a:prstGeom>
        </p:spPr>
        <p:txBody>
          <a:bodyPr vert="horz" lIns="0" tIns="0" rIns="0" bIns="0" rtlCol="0" anchor="ctr">
            <a:spAutoFit/>
          </a:bodyPr>
          <a:lstStyle>
            <a:lvl1pPr algn="l">
              <a:defRPr sz="900">
                <a:solidFill>
                  <a:schemeClr val="bg1"/>
                </a:solidFill>
              </a:defRPr>
            </a:lvl1pPr>
          </a:lstStyle>
          <a:p>
            <a:r>
              <a:rPr lang="es-ES" dirty="0"/>
              <a:t>OHLA</a:t>
            </a:r>
          </a:p>
        </p:txBody>
      </p:sp>
      <p:sp>
        <p:nvSpPr>
          <p:cNvPr id="7" name="Título 1">
            <a:extLst>
              <a:ext uri="{FF2B5EF4-FFF2-40B4-BE49-F238E27FC236}">
                <a16:creationId xmlns:a16="http://schemas.microsoft.com/office/drawing/2014/main" id="{F38CF8E6-3981-794E-974F-DADB24E0E188}"/>
              </a:ext>
            </a:extLst>
          </p:cNvPr>
          <p:cNvSpPr>
            <a:spLocks noGrp="1"/>
          </p:cNvSpPr>
          <p:nvPr>
            <p:ph type="ctrTitle" hasCustomPrompt="1"/>
          </p:nvPr>
        </p:nvSpPr>
        <p:spPr>
          <a:xfrm>
            <a:off x="457200" y="2314970"/>
            <a:ext cx="9144000" cy="871713"/>
          </a:xfrm>
          <a:prstGeom prst="rect">
            <a:avLst/>
          </a:prstGeom>
        </p:spPr>
        <p:txBody>
          <a:bodyPr lIns="0" tIns="0" rIns="0" bIns="0" anchor="t" anchorCtr="0">
            <a:spAutoFit/>
          </a:bodyPr>
          <a:lstStyle>
            <a:lvl1pPr algn="l">
              <a:lnSpc>
                <a:spcPts val="6600"/>
              </a:lnSpc>
              <a:defRPr sz="7000" spc="0">
                <a:solidFill>
                  <a:schemeClr val="bg1"/>
                </a:solidFill>
                <a:latin typeface="+mn-lt"/>
              </a:defRPr>
            </a:lvl1pPr>
          </a:lstStyle>
          <a:p>
            <a:r>
              <a:rPr lang="es-ES" dirty="0"/>
              <a:t>Título capítulo</a:t>
            </a:r>
          </a:p>
        </p:txBody>
      </p:sp>
      <p:pic>
        <p:nvPicPr>
          <p:cNvPr id="8" name="Marcador de contenido 9"/>
          <p:cNvPicPr>
            <a:picLocks noChangeAspect="1"/>
          </p:cNvPicPr>
          <p:nvPr userDrawn="1"/>
        </p:nvPicPr>
        <p:blipFill rotWithShape="1">
          <a:blip r:embed="rId2">
            <a:extLst>
              <a:ext uri="{28A0092B-C50C-407E-A947-70E740481C1C}">
                <a14:useLocalDpi xmlns:a14="http://schemas.microsoft.com/office/drawing/2010/main" val="0"/>
              </a:ext>
            </a:extLst>
          </a:blip>
          <a:srcRect l="3580" t="5762" r="2391" b="6619"/>
          <a:stretch/>
        </p:blipFill>
        <p:spPr>
          <a:xfrm>
            <a:off x="205829" y="207166"/>
            <a:ext cx="1078994" cy="547096"/>
          </a:xfrm>
          <a:prstGeom prst="rect">
            <a:avLst/>
          </a:prstGeom>
          <a:ln>
            <a:noFill/>
          </a:ln>
        </p:spPr>
      </p:pic>
    </p:spTree>
    <p:extLst>
      <p:ext uri="{BB962C8B-B14F-4D97-AF65-F5344CB8AC3E}">
        <p14:creationId xmlns:p14="http://schemas.microsoft.com/office/powerpoint/2010/main" val="24693287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raportada 01">
    <p:bg>
      <p:bgPr>
        <a:solidFill>
          <a:schemeClr val="tx2"/>
        </a:solidFill>
        <a:effectLst/>
      </p:bgPr>
    </p:bg>
    <p:spTree>
      <p:nvGrpSpPr>
        <p:cNvPr id="1" name=""/>
        <p:cNvGrpSpPr/>
        <p:nvPr/>
      </p:nvGrpSpPr>
      <p:grpSpPr>
        <a:xfrm>
          <a:off x="0" y="0"/>
          <a:ext cx="0" cy="0"/>
          <a:chOff x="0" y="0"/>
          <a:chExt cx="0" cy="0"/>
        </a:xfrm>
      </p:grpSpPr>
      <p:sp>
        <p:nvSpPr>
          <p:cNvPr id="5" name="CuadroTexto 4">
            <a:extLst>
              <a:ext uri="{FF2B5EF4-FFF2-40B4-BE49-F238E27FC236}">
                <a16:creationId xmlns:a16="http://schemas.microsoft.com/office/drawing/2014/main" id="{C132BE27-CEC0-8948-9C1B-4A2D16A065B7}"/>
              </a:ext>
            </a:extLst>
          </p:cNvPr>
          <p:cNvSpPr txBox="1"/>
          <p:nvPr userDrawn="1"/>
        </p:nvSpPr>
        <p:spPr>
          <a:xfrm>
            <a:off x="3884735" y="5846885"/>
            <a:ext cx="4422531" cy="492443"/>
          </a:xfrm>
          <a:prstGeom prst="rect">
            <a:avLst/>
          </a:prstGeom>
          <a:noFill/>
        </p:spPr>
        <p:txBody>
          <a:bodyPr wrap="square" rtlCol="0">
            <a:spAutoFit/>
          </a:bodyPr>
          <a:lstStyle/>
          <a:p>
            <a:pPr algn="ctr"/>
            <a:r>
              <a:rPr lang="es-ES" sz="2600" b="0" i="0" dirty="0" err="1">
                <a:solidFill>
                  <a:schemeClr val="bg2"/>
                </a:solidFill>
                <a:latin typeface="Calibri" panose="020F0502020204030204" pitchFamily="34" charset="0"/>
                <a:cs typeface="Calibri" panose="020F0502020204030204" pitchFamily="34" charset="0"/>
              </a:rPr>
              <a:t>www.ohla-group.com</a:t>
            </a:r>
            <a:endParaRPr lang="es-ES" sz="2600" b="0" i="0" dirty="0">
              <a:solidFill>
                <a:schemeClr val="bg2"/>
              </a:solidFill>
              <a:latin typeface="Calibri" panose="020F0502020204030204" pitchFamily="34" charset="0"/>
              <a:cs typeface="Calibri" panose="020F0502020204030204" pitchFamily="34" charset="0"/>
            </a:endParaRPr>
          </a:p>
        </p:txBody>
      </p:sp>
      <p:pic>
        <p:nvPicPr>
          <p:cNvPr id="4" name="Marcador de contenido 9"/>
          <p:cNvPicPr>
            <a:picLocks noChangeAspect="1"/>
          </p:cNvPicPr>
          <p:nvPr userDrawn="1"/>
        </p:nvPicPr>
        <p:blipFill rotWithShape="1">
          <a:blip r:embed="rId2">
            <a:extLst>
              <a:ext uri="{28A0092B-C50C-407E-A947-70E740481C1C}">
                <a14:useLocalDpi xmlns:a14="http://schemas.microsoft.com/office/drawing/2010/main" val="0"/>
              </a:ext>
            </a:extLst>
          </a:blip>
          <a:srcRect l="3580" t="5762" r="2391" b="6619"/>
          <a:stretch/>
        </p:blipFill>
        <p:spPr>
          <a:xfrm>
            <a:off x="2616301" y="1357565"/>
            <a:ext cx="6723804" cy="3409253"/>
          </a:xfrm>
          <a:prstGeom prst="rect">
            <a:avLst/>
          </a:prstGeom>
          <a:ln>
            <a:noFill/>
          </a:ln>
        </p:spPr>
      </p:pic>
    </p:spTree>
    <p:extLst>
      <p:ext uri="{BB962C8B-B14F-4D97-AF65-F5344CB8AC3E}">
        <p14:creationId xmlns:p14="http://schemas.microsoft.com/office/powerpoint/2010/main" val="40887260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29317A"/>
          </a:solidFill>
        </p:spPr>
        <p:txBody>
          <a:bodyPr wrap="square" lIns="0" tIns="0" rIns="0" bIns="0" rtlCol="0"/>
          <a:lstStyle/>
          <a:p>
            <a:endParaRPr/>
          </a:p>
        </p:txBody>
      </p:sp>
      <p:sp>
        <p:nvSpPr>
          <p:cNvPr id="17" name="bg object 17"/>
          <p:cNvSpPr/>
          <p:nvPr/>
        </p:nvSpPr>
        <p:spPr>
          <a:xfrm>
            <a:off x="0" y="0"/>
            <a:ext cx="12192000" cy="6858000"/>
          </a:xfrm>
          <a:custGeom>
            <a:avLst/>
            <a:gdLst/>
            <a:ahLst/>
            <a:cxnLst/>
            <a:rect l="l" t="t" r="r" b="b"/>
            <a:pathLst>
              <a:path w="12192000" h="6858000">
                <a:moveTo>
                  <a:pt x="12192000" y="0"/>
                </a:moveTo>
                <a:lnTo>
                  <a:pt x="8832977" y="0"/>
                </a:lnTo>
                <a:lnTo>
                  <a:pt x="0" y="4968494"/>
                </a:lnTo>
                <a:lnTo>
                  <a:pt x="0" y="6857999"/>
                </a:lnTo>
                <a:lnTo>
                  <a:pt x="12192000" y="0"/>
                </a:lnTo>
                <a:close/>
              </a:path>
            </a:pathLst>
          </a:custGeom>
          <a:solidFill>
            <a:srgbClr val="00AB94"/>
          </a:solidFill>
        </p:spPr>
        <p:txBody>
          <a:bodyPr wrap="square" lIns="0" tIns="0" rIns="0" bIns="0" rtlCol="0"/>
          <a:lstStyle/>
          <a:p>
            <a:endParaRPr/>
          </a:p>
        </p:txBody>
      </p:sp>
      <p:sp>
        <p:nvSpPr>
          <p:cNvPr id="18" name="bg object 18"/>
          <p:cNvSpPr/>
          <p:nvPr/>
        </p:nvSpPr>
        <p:spPr>
          <a:xfrm>
            <a:off x="0" y="0"/>
            <a:ext cx="12192000" cy="6858000"/>
          </a:xfrm>
          <a:custGeom>
            <a:avLst/>
            <a:gdLst/>
            <a:ahLst/>
            <a:cxnLst/>
            <a:rect l="l" t="t" r="r" b="b"/>
            <a:pathLst>
              <a:path w="12192000" h="6858000">
                <a:moveTo>
                  <a:pt x="0" y="4968494"/>
                </a:moveTo>
                <a:lnTo>
                  <a:pt x="8832977" y="0"/>
                </a:lnTo>
                <a:lnTo>
                  <a:pt x="12192000" y="0"/>
                </a:lnTo>
                <a:lnTo>
                  <a:pt x="0" y="6857999"/>
                </a:lnTo>
                <a:lnTo>
                  <a:pt x="0" y="4968494"/>
                </a:lnTo>
                <a:close/>
              </a:path>
            </a:pathLst>
          </a:custGeom>
          <a:ln w="12700">
            <a:solidFill>
              <a:srgbClr val="00463B"/>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900" b="0" i="0">
                <a:solidFill>
                  <a:srgbClr val="25317E"/>
                </a:solidFill>
                <a:latin typeface="Calibri"/>
                <a:cs typeface="Calibri"/>
              </a:defRPr>
            </a:lvl1pPr>
          </a:lstStyle>
          <a:p>
            <a:pPr marL="12700">
              <a:lnSpc>
                <a:spcPts val="955"/>
              </a:lnSpc>
            </a:pPr>
            <a:r>
              <a:rPr spc="-20" dirty="0"/>
              <a:t>OHLA</a:t>
            </a: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‹Nº›</a:t>
            </a:fld>
            <a:endParaRPr/>
          </a:p>
        </p:txBody>
      </p:sp>
    </p:spTree>
    <p:extLst>
      <p:ext uri="{BB962C8B-B14F-4D97-AF65-F5344CB8AC3E}">
        <p14:creationId xmlns:p14="http://schemas.microsoft.com/office/powerpoint/2010/main" val="3900840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Diapositiva texto 1">
    <p:spTree>
      <p:nvGrpSpPr>
        <p:cNvPr id="1" name=""/>
        <p:cNvGrpSpPr/>
        <p:nvPr/>
      </p:nvGrpSpPr>
      <p:grpSpPr>
        <a:xfrm>
          <a:off x="0" y="0"/>
          <a:ext cx="0" cy="0"/>
          <a:chOff x="0" y="0"/>
          <a:chExt cx="0" cy="0"/>
        </a:xfrm>
      </p:grpSpPr>
      <p:sp>
        <p:nvSpPr>
          <p:cNvPr id="27" name="Marcador de texto 17">
            <a:extLst>
              <a:ext uri="{FF2B5EF4-FFF2-40B4-BE49-F238E27FC236}">
                <a16:creationId xmlns:a16="http://schemas.microsoft.com/office/drawing/2014/main" id="{E89CD91F-9288-4C41-BBAA-AE3604DB8303}"/>
              </a:ext>
            </a:extLst>
          </p:cNvPr>
          <p:cNvSpPr>
            <a:spLocks noGrp="1"/>
          </p:cNvSpPr>
          <p:nvPr>
            <p:ph type="body" sz="quarter" idx="10" hasCustomPrompt="1"/>
          </p:nvPr>
        </p:nvSpPr>
        <p:spPr>
          <a:xfrm>
            <a:off x="457199" y="25731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31" name="Marcador de fecha 3">
            <a:extLst>
              <a:ext uri="{FF2B5EF4-FFF2-40B4-BE49-F238E27FC236}">
                <a16:creationId xmlns:a16="http://schemas.microsoft.com/office/drawing/2014/main" id="{891808B7-3802-5241-9B70-2E460A9BF73D}"/>
              </a:ext>
            </a:extLst>
          </p:cNvPr>
          <p:cNvSpPr>
            <a:spLocks noGrp="1"/>
          </p:cNvSpPr>
          <p:nvPr>
            <p:ph type="dt" sz="half" idx="2"/>
          </p:nvPr>
        </p:nvSpPr>
        <p:spPr>
          <a:xfrm>
            <a:off x="274315" y="6469095"/>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32" name="Marcador de pie de página 4">
            <a:extLst>
              <a:ext uri="{FF2B5EF4-FFF2-40B4-BE49-F238E27FC236}">
                <a16:creationId xmlns:a16="http://schemas.microsoft.com/office/drawing/2014/main" id="{BFC6271A-25C9-BC4F-BF74-60FB6B851807}"/>
              </a:ext>
            </a:extLst>
          </p:cNvPr>
          <p:cNvSpPr>
            <a:spLocks noGrp="1"/>
          </p:cNvSpPr>
          <p:nvPr>
            <p:ph type="ftr" sz="quarter" idx="3"/>
          </p:nvPr>
        </p:nvSpPr>
        <p:spPr>
          <a:xfrm>
            <a:off x="2722983" y="6492177"/>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8" name="Título 1">
            <a:extLst>
              <a:ext uri="{FF2B5EF4-FFF2-40B4-BE49-F238E27FC236}">
                <a16:creationId xmlns:a16="http://schemas.microsoft.com/office/drawing/2014/main" id="{1EB5023D-DA11-A144-A9DC-1014A8C0158F}"/>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9" name="Imagen 8"/>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1610324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apositiva logo 01">
    <p:spTree>
      <p:nvGrpSpPr>
        <p:cNvPr id="1" name=""/>
        <p:cNvGrpSpPr/>
        <p:nvPr/>
      </p:nvGrpSpPr>
      <p:grpSpPr>
        <a:xfrm>
          <a:off x="0" y="0"/>
          <a:ext cx="0" cy="0"/>
          <a:chOff x="0" y="0"/>
          <a:chExt cx="0" cy="0"/>
        </a:xfrm>
      </p:grpSpPr>
      <p:sp>
        <p:nvSpPr>
          <p:cNvPr id="6" name="Marcador de fecha 3">
            <a:extLst>
              <a:ext uri="{FF2B5EF4-FFF2-40B4-BE49-F238E27FC236}">
                <a16:creationId xmlns:a16="http://schemas.microsoft.com/office/drawing/2014/main" id="{6694A35B-F8B0-1F4D-8370-7C276F4446C9}"/>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7" name="Marcador de pie de página 4">
            <a:extLst>
              <a:ext uri="{FF2B5EF4-FFF2-40B4-BE49-F238E27FC236}">
                <a16:creationId xmlns:a16="http://schemas.microsoft.com/office/drawing/2014/main" id="{BBA16E2E-C89F-6743-B261-4A17C1866CF7}"/>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pic>
        <p:nvPicPr>
          <p:cNvPr id="12" name="Imagen 11"/>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1807732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apositiva logo 02">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8981F5A9-D9F7-4E43-BD5D-7262F346B24F}"/>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7" name="Marcador de fecha 3">
            <a:extLst>
              <a:ext uri="{FF2B5EF4-FFF2-40B4-BE49-F238E27FC236}">
                <a16:creationId xmlns:a16="http://schemas.microsoft.com/office/drawing/2014/main" id="{8E59F214-4609-2345-92B3-DF47125DE119}"/>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8" name="Marcador de pie de página 4">
            <a:extLst>
              <a:ext uri="{FF2B5EF4-FFF2-40B4-BE49-F238E27FC236}">
                <a16:creationId xmlns:a16="http://schemas.microsoft.com/office/drawing/2014/main" id="{FEAFEE5F-C8BD-ED43-9E72-A34CC9281027}"/>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pic>
        <p:nvPicPr>
          <p:cNvPr id="12" name="Imagen 11"/>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12761178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iapositiva logo 03">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8981F5A9-D9F7-4E43-BD5D-7262F346B24F}"/>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7" name="Marcador de fecha 3">
            <a:extLst>
              <a:ext uri="{FF2B5EF4-FFF2-40B4-BE49-F238E27FC236}">
                <a16:creationId xmlns:a16="http://schemas.microsoft.com/office/drawing/2014/main" id="{8E59F214-4609-2345-92B3-DF47125DE119}"/>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8" name="Marcador de pie de página 4">
            <a:extLst>
              <a:ext uri="{FF2B5EF4-FFF2-40B4-BE49-F238E27FC236}">
                <a16:creationId xmlns:a16="http://schemas.microsoft.com/office/drawing/2014/main" id="{FEAFEE5F-C8BD-ED43-9E72-A34CC9281027}"/>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cxnSp>
        <p:nvCxnSpPr>
          <p:cNvPr id="6" name="Conector recto 5">
            <a:extLst>
              <a:ext uri="{FF2B5EF4-FFF2-40B4-BE49-F238E27FC236}">
                <a16:creationId xmlns:a16="http://schemas.microsoft.com/office/drawing/2014/main" id="{25005034-4CD4-FE42-97D7-F4631BAB55B5}"/>
              </a:ext>
            </a:extLst>
          </p:cNvPr>
          <p:cNvCxnSpPr>
            <a:cxnSpLocks/>
          </p:cNvCxnSpPr>
          <p:nvPr userDrawn="1"/>
        </p:nvCxnSpPr>
        <p:spPr>
          <a:xfrm>
            <a:off x="457200" y="2336656"/>
            <a:ext cx="1127760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Marcador de texto 17">
            <a:extLst>
              <a:ext uri="{FF2B5EF4-FFF2-40B4-BE49-F238E27FC236}">
                <a16:creationId xmlns:a16="http://schemas.microsoft.com/office/drawing/2014/main" id="{05A6CE2C-C060-3141-AD21-2A9429F0D92E}"/>
              </a:ext>
            </a:extLst>
          </p:cNvPr>
          <p:cNvSpPr>
            <a:spLocks noGrp="1"/>
          </p:cNvSpPr>
          <p:nvPr>
            <p:ph type="body" sz="quarter" idx="11"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pic>
        <p:nvPicPr>
          <p:cNvPr id="14" name="Imagen 13"/>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482462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iapositiva logo 04">
    <p:spTree>
      <p:nvGrpSpPr>
        <p:cNvPr id="1" name=""/>
        <p:cNvGrpSpPr/>
        <p:nvPr/>
      </p:nvGrpSpPr>
      <p:grpSpPr>
        <a:xfrm>
          <a:off x="0" y="0"/>
          <a:ext cx="0" cy="0"/>
          <a:chOff x="0" y="0"/>
          <a:chExt cx="0" cy="0"/>
        </a:xfrm>
      </p:grpSpPr>
      <p:sp>
        <p:nvSpPr>
          <p:cNvPr id="8" name="Marcador de texto 17">
            <a:extLst>
              <a:ext uri="{FF2B5EF4-FFF2-40B4-BE49-F238E27FC236}">
                <a16:creationId xmlns:a16="http://schemas.microsoft.com/office/drawing/2014/main" id="{36FA4678-E4A1-104F-A6DB-CE1C5FE32321}"/>
              </a:ext>
            </a:extLst>
          </p:cNvPr>
          <p:cNvSpPr>
            <a:spLocks noGrp="1"/>
          </p:cNvSpPr>
          <p:nvPr>
            <p:ph type="body" sz="quarter" idx="10"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5" name="Marcador de fecha 3">
            <a:extLst>
              <a:ext uri="{FF2B5EF4-FFF2-40B4-BE49-F238E27FC236}">
                <a16:creationId xmlns:a16="http://schemas.microsoft.com/office/drawing/2014/main" id="{0292D9E4-2490-D942-B5E0-7AC211177675}"/>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6" name="Marcador de pie de página 4">
            <a:extLst>
              <a:ext uri="{FF2B5EF4-FFF2-40B4-BE49-F238E27FC236}">
                <a16:creationId xmlns:a16="http://schemas.microsoft.com/office/drawing/2014/main" id="{C3E8A9CC-B961-7542-B542-CE6E5401878C}"/>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11" name="Título 1">
            <a:extLst>
              <a:ext uri="{FF2B5EF4-FFF2-40B4-BE49-F238E27FC236}">
                <a16:creationId xmlns:a16="http://schemas.microsoft.com/office/drawing/2014/main" id="{4CF0854C-5F2D-D047-992D-A0A4913F2083}"/>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2" name="Imagen 11"/>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9413023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apositiva logo 05">
    <p:spTree>
      <p:nvGrpSpPr>
        <p:cNvPr id="1" name=""/>
        <p:cNvGrpSpPr/>
        <p:nvPr/>
      </p:nvGrpSpPr>
      <p:grpSpPr>
        <a:xfrm>
          <a:off x="0" y="0"/>
          <a:ext cx="0" cy="0"/>
          <a:chOff x="0" y="0"/>
          <a:chExt cx="0" cy="0"/>
        </a:xfrm>
      </p:grpSpPr>
      <p:sp>
        <p:nvSpPr>
          <p:cNvPr id="8" name="Marcador de texto 17">
            <a:extLst>
              <a:ext uri="{FF2B5EF4-FFF2-40B4-BE49-F238E27FC236}">
                <a16:creationId xmlns:a16="http://schemas.microsoft.com/office/drawing/2014/main" id="{36FA4678-E4A1-104F-A6DB-CE1C5FE32321}"/>
              </a:ext>
            </a:extLst>
          </p:cNvPr>
          <p:cNvSpPr>
            <a:spLocks noGrp="1"/>
          </p:cNvSpPr>
          <p:nvPr>
            <p:ph type="body" sz="quarter" idx="10"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5" name="Marcador de fecha 3">
            <a:extLst>
              <a:ext uri="{FF2B5EF4-FFF2-40B4-BE49-F238E27FC236}">
                <a16:creationId xmlns:a16="http://schemas.microsoft.com/office/drawing/2014/main" id="{0292D9E4-2490-D942-B5E0-7AC211177675}"/>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6" name="Marcador de pie de página 4">
            <a:extLst>
              <a:ext uri="{FF2B5EF4-FFF2-40B4-BE49-F238E27FC236}">
                <a16:creationId xmlns:a16="http://schemas.microsoft.com/office/drawing/2014/main" id="{C3E8A9CC-B961-7542-B542-CE6E5401878C}"/>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11" name="Título 1">
            <a:extLst>
              <a:ext uri="{FF2B5EF4-FFF2-40B4-BE49-F238E27FC236}">
                <a16:creationId xmlns:a16="http://schemas.microsoft.com/office/drawing/2014/main" id="{4CF0854C-5F2D-D047-992D-A0A4913F2083}"/>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cxnSp>
        <p:nvCxnSpPr>
          <p:cNvPr id="7" name="Conector recto 6">
            <a:extLst>
              <a:ext uri="{FF2B5EF4-FFF2-40B4-BE49-F238E27FC236}">
                <a16:creationId xmlns:a16="http://schemas.microsoft.com/office/drawing/2014/main" id="{AE02E2E5-C85E-4A40-BC9B-2B24E807BF73}"/>
              </a:ext>
            </a:extLst>
          </p:cNvPr>
          <p:cNvCxnSpPr>
            <a:cxnSpLocks/>
          </p:cNvCxnSpPr>
          <p:nvPr userDrawn="1"/>
        </p:nvCxnSpPr>
        <p:spPr>
          <a:xfrm>
            <a:off x="457200" y="2336656"/>
            <a:ext cx="1127760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Marcador de texto 17">
            <a:extLst>
              <a:ext uri="{FF2B5EF4-FFF2-40B4-BE49-F238E27FC236}">
                <a16:creationId xmlns:a16="http://schemas.microsoft.com/office/drawing/2014/main" id="{E8D386A3-DAE1-3243-8B6B-B91990D83A4D}"/>
              </a:ext>
            </a:extLst>
          </p:cNvPr>
          <p:cNvSpPr>
            <a:spLocks noGrp="1"/>
          </p:cNvSpPr>
          <p:nvPr>
            <p:ph type="body" sz="quarter" idx="11"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pic>
        <p:nvPicPr>
          <p:cNvPr id="13" name="Imagen 12"/>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21349521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iapositiva texto 1">
    <p:spTree>
      <p:nvGrpSpPr>
        <p:cNvPr id="1" name=""/>
        <p:cNvGrpSpPr/>
        <p:nvPr/>
      </p:nvGrpSpPr>
      <p:grpSpPr>
        <a:xfrm>
          <a:off x="0" y="0"/>
          <a:ext cx="0" cy="0"/>
          <a:chOff x="0" y="0"/>
          <a:chExt cx="0" cy="0"/>
        </a:xfrm>
      </p:grpSpPr>
      <p:sp>
        <p:nvSpPr>
          <p:cNvPr id="27" name="Marcador de texto 17">
            <a:extLst>
              <a:ext uri="{FF2B5EF4-FFF2-40B4-BE49-F238E27FC236}">
                <a16:creationId xmlns:a16="http://schemas.microsoft.com/office/drawing/2014/main" id="{E89CD91F-9288-4C41-BBAA-AE3604DB8303}"/>
              </a:ext>
            </a:extLst>
          </p:cNvPr>
          <p:cNvSpPr>
            <a:spLocks noGrp="1"/>
          </p:cNvSpPr>
          <p:nvPr>
            <p:ph type="body" sz="quarter" idx="10" hasCustomPrompt="1"/>
          </p:nvPr>
        </p:nvSpPr>
        <p:spPr>
          <a:xfrm>
            <a:off x="457199" y="25731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31" name="Marcador de fecha 3">
            <a:extLst>
              <a:ext uri="{FF2B5EF4-FFF2-40B4-BE49-F238E27FC236}">
                <a16:creationId xmlns:a16="http://schemas.microsoft.com/office/drawing/2014/main" id="{891808B7-3802-5241-9B70-2E460A9BF73D}"/>
              </a:ext>
            </a:extLst>
          </p:cNvPr>
          <p:cNvSpPr>
            <a:spLocks noGrp="1"/>
          </p:cNvSpPr>
          <p:nvPr>
            <p:ph type="dt" sz="half" idx="2"/>
          </p:nvPr>
        </p:nvSpPr>
        <p:spPr>
          <a:xfrm>
            <a:off x="274315" y="6469095"/>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32" name="Marcador de pie de página 4">
            <a:extLst>
              <a:ext uri="{FF2B5EF4-FFF2-40B4-BE49-F238E27FC236}">
                <a16:creationId xmlns:a16="http://schemas.microsoft.com/office/drawing/2014/main" id="{BFC6271A-25C9-BC4F-BF74-60FB6B851807}"/>
              </a:ext>
            </a:extLst>
          </p:cNvPr>
          <p:cNvSpPr>
            <a:spLocks noGrp="1"/>
          </p:cNvSpPr>
          <p:nvPr>
            <p:ph type="ftr" sz="quarter" idx="3"/>
          </p:nvPr>
        </p:nvSpPr>
        <p:spPr>
          <a:xfrm>
            <a:off x="2722983" y="6492177"/>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8" name="Título 1">
            <a:extLst>
              <a:ext uri="{FF2B5EF4-FFF2-40B4-BE49-F238E27FC236}">
                <a16:creationId xmlns:a16="http://schemas.microsoft.com/office/drawing/2014/main" id="{1EB5023D-DA11-A144-A9DC-1014A8C0158F}"/>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9" name="Imagen 8"/>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41819439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apositiva texto 2">
    <p:spTree>
      <p:nvGrpSpPr>
        <p:cNvPr id="1" name=""/>
        <p:cNvGrpSpPr/>
        <p:nvPr/>
      </p:nvGrpSpPr>
      <p:grpSpPr>
        <a:xfrm>
          <a:off x="0" y="0"/>
          <a:ext cx="0" cy="0"/>
          <a:chOff x="0" y="0"/>
          <a:chExt cx="0" cy="0"/>
        </a:xfrm>
      </p:grpSpPr>
      <p:sp>
        <p:nvSpPr>
          <p:cNvPr id="27" name="Marcador de texto 17">
            <a:extLst>
              <a:ext uri="{FF2B5EF4-FFF2-40B4-BE49-F238E27FC236}">
                <a16:creationId xmlns:a16="http://schemas.microsoft.com/office/drawing/2014/main" id="{E89CD91F-9288-4C41-BBAA-AE3604DB8303}"/>
              </a:ext>
            </a:extLst>
          </p:cNvPr>
          <p:cNvSpPr>
            <a:spLocks noGrp="1"/>
          </p:cNvSpPr>
          <p:nvPr>
            <p:ph type="body" sz="quarter" idx="10" hasCustomPrompt="1"/>
          </p:nvPr>
        </p:nvSpPr>
        <p:spPr>
          <a:xfrm>
            <a:off x="457199" y="25731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31" name="Marcador de fecha 3">
            <a:extLst>
              <a:ext uri="{FF2B5EF4-FFF2-40B4-BE49-F238E27FC236}">
                <a16:creationId xmlns:a16="http://schemas.microsoft.com/office/drawing/2014/main" id="{891808B7-3802-5241-9B70-2E460A9BF73D}"/>
              </a:ext>
            </a:extLst>
          </p:cNvPr>
          <p:cNvSpPr>
            <a:spLocks noGrp="1"/>
          </p:cNvSpPr>
          <p:nvPr>
            <p:ph type="dt" sz="half" idx="2"/>
          </p:nvPr>
        </p:nvSpPr>
        <p:spPr>
          <a:xfrm>
            <a:off x="274315" y="6469095"/>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32" name="Marcador de pie de página 4">
            <a:extLst>
              <a:ext uri="{FF2B5EF4-FFF2-40B4-BE49-F238E27FC236}">
                <a16:creationId xmlns:a16="http://schemas.microsoft.com/office/drawing/2014/main" id="{BFC6271A-25C9-BC4F-BF74-60FB6B851807}"/>
              </a:ext>
            </a:extLst>
          </p:cNvPr>
          <p:cNvSpPr>
            <a:spLocks noGrp="1"/>
          </p:cNvSpPr>
          <p:nvPr>
            <p:ph type="ftr" sz="quarter" idx="3"/>
          </p:nvPr>
        </p:nvSpPr>
        <p:spPr>
          <a:xfrm>
            <a:off x="2722983" y="6492177"/>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8" name="Título 1">
            <a:extLst>
              <a:ext uri="{FF2B5EF4-FFF2-40B4-BE49-F238E27FC236}">
                <a16:creationId xmlns:a16="http://schemas.microsoft.com/office/drawing/2014/main" id="{1EB5023D-DA11-A144-A9DC-1014A8C0158F}"/>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cxnSp>
        <p:nvCxnSpPr>
          <p:cNvPr id="7" name="Conector recto 6">
            <a:extLst>
              <a:ext uri="{FF2B5EF4-FFF2-40B4-BE49-F238E27FC236}">
                <a16:creationId xmlns:a16="http://schemas.microsoft.com/office/drawing/2014/main" id="{116BB603-D7DF-3F4C-9255-9CF9822519BA}"/>
              </a:ext>
            </a:extLst>
          </p:cNvPr>
          <p:cNvCxnSpPr>
            <a:cxnSpLocks/>
          </p:cNvCxnSpPr>
          <p:nvPr userDrawn="1"/>
        </p:nvCxnSpPr>
        <p:spPr>
          <a:xfrm>
            <a:off x="457200" y="2336656"/>
            <a:ext cx="1127760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Marcador de texto 17">
            <a:extLst>
              <a:ext uri="{FF2B5EF4-FFF2-40B4-BE49-F238E27FC236}">
                <a16:creationId xmlns:a16="http://schemas.microsoft.com/office/drawing/2014/main" id="{E0B08286-1F82-9449-A0EA-9C57957E84D1}"/>
              </a:ext>
            </a:extLst>
          </p:cNvPr>
          <p:cNvSpPr>
            <a:spLocks noGrp="1"/>
          </p:cNvSpPr>
          <p:nvPr>
            <p:ph type="body" sz="quarter" idx="11"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pic>
        <p:nvPicPr>
          <p:cNvPr id="12" name="Imagen 11"/>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258266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positiva texto 3">
    <p:bg>
      <p:bgPr>
        <a:solidFill>
          <a:schemeClr val="tx2"/>
        </a:solidFill>
        <a:effectLst/>
      </p:bgPr>
    </p:bg>
    <p:spTree>
      <p:nvGrpSpPr>
        <p:cNvPr id="1" name=""/>
        <p:cNvGrpSpPr/>
        <p:nvPr/>
      </p:nvGrpSpPr>
      <p:grpSpPr>
        <a:xfrm>
          <a:off x="0" y="0"/>
          <a:ext cx="0" cy="0"/>
          <a:chOff x="0" y="0"/>
          <a:chExt cx="0" cy="0"/>
        </a:xfrm>
      </p:grpSpPr>
      <p:sp>
        <p:nvSpPr>
          <p:cNvPr id="27" name="Marcador de texto 17">
            <a:extLst>
              <a:ext uri="{FF2B5EF4-FFF2-40B4-BE49-F238E27FC236}">
                <a16:creationId xmlns:a16="http://schemas.microsoft.com/office/drawing/2014/main" id="{E89CD91F-9288-4C41-BBAA-AE3604DB8303}"/>
              </a:ext>
            </a:extLst>
          </p:cNvPr>
          <p:cNvSpPr>
            <a:spLocks noGrp="1"/>
          </p:cNvSpPr>
          <p:nvPr>
            <p:ph type="body" sz="quarter" idx="10" hasCustomPrompt="1"/>
          </p:nvPr>
        </p:nvSpPr>
        <p:spPr>
          <a:xfrm>
            <a:off x="457199" y="25731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bg2"/>
                </a:solidFill>
              </a:defRPr>
            </a:lvl1pPr>
          </a:lstStyle>
          <a:p>
            <a:pPr lvl="0"/>
            <a:r>
              <a:rPr lang="es-ES" dirty="0"/>
              <a:t>Lista</a:t>
            </a:r>
          </a:p>
          <a:p>
            <a:pPr lvl="0"/>
            <a:r>
              <a:rPr lang="es-ES" dirty="0"/>
              <a:t>Lista</a:t>
            </a:r>
          </a:p>
          <a:p>
            <a:pPr lvl="0"/>
            <a:r>
              <a:rPr lang="es-ES" dirty="0"/>
              <a:t>Lista</a:t>
            </a:r>
          </a:p>
        </p:txBody>
      </p:sp>
      <p:sp>
        <p:nvSpPr>
          <p:cNvPr id="31" name="Marcador de fecha 3">
            <a:extLst>
              <a:ext uri="{FF2B5EF4-FFF2-40B4-BE49-F238E27FC236}">
                <a16:creationId xmlns:a16="http://schemas.microsoft.com/office/drawing/2014/main" id="{891808B7-3802-5241-9B70-2E460A9BF73D}"/>
              </a:ext>
            </a:extLst>
          </p:cNvPr>
          <p:cNvSpPr>
            <a:spLocks noGrp="1"/>
          </p:cNvSpPr>
          <p:nvPr>
            <p:ph type="dt" sz="half" idx="2"/>
          </p:nvPr>
        </p:nvSpPr>
        <p:spPr>
          <a:xfrm>
            <a:off x="274315" y="6469095"/>
            <a:ext cx="2021016" cy="161582"/>
          </a:xfrm>
          <a:prstGeom prst="rect">
            <a:avLst/>
          </a:prstGeom>
        </p:spPr>
        <p:txBody>
          <a:bodyPr vert="horz" wrap="square" lIns="0" tIns="0" rIns="0" bIns="0" rtlCol="0" anchor="t" anchorCtr="0">
            <a:spAutoFit/>
          </a:bodyPr>
          <a:lstStyle>
            <a:lvl1pPr algn="l">
              <a:defRPr sz="1050">
                <a:solidFill>
                  <a:schemeClr val="bg2"/>
                </a:solidFill>
              </a:defRPr>
            </a:lvl1pPr>
          </a:lstStyle>
          <a:p>
            <a:r>
              <a:rPr lang="es-ES" dirty="0"/>
              <a:t>Fecha y Lugar</a:t>
            </a:r>
          </a:p>
        </p:txBody>
      </p:sp>
      <p:sp>
        <p:nvSpPr>
          <p:cNvPr id="32" name="Marcador de pie de página 4">
            <a:extLst>
              <a:ext uri="{FF2B5EF4-FFF2-40B4-BE49-F238E27FC236}">
                <a16:creationId xmlns:a16="http://schemas.microsoft.com/office/drawing/2014/main" id="{BFC6271A-25C9-BC4F-BF74-60FB6B851807}"/>
              </a:ext>
            </a:extLst>
          </p:cNvPr>
          <p:cNvSpPr>
            <a:spLocks noGrp="1"/>
          </p:cNvSpPr>
          <p:nvPr>
            <p:ph type="ftr" sz="quarter" idx="3"/>
          </p:nvPr>
        </p:nvSpPr>
        <p:spPr>
          <a:xfrm>
            <a:off x="2722983" y="6492177"/>
            <a:ext cx="4114800" cy="138499"/>
          </a:xfrm>
          <a:prstGeom prst="rect">
            <a:avLst/>
          </a:prstGeom>
        </p:spPr>
        <p:txBody>
          <a:bodyPr vert="horz" lIns="0" tIns="0" rIns="0" bIns="0" rtlCol="0" anchor="ctr">
            <a:spAutoFit/>
          </a:bodyPr>
          <a:lstStyle>
            <a:lvl1pPr algn="l">
              <a:defRPr sz="900">
                <a:solidFill>
                  <a:schemeClr val="bg2"/>
                </a:solidFill>
              </a:defRPr>
            </a:lvl1pPr>
          </a:lstStyle>
          <a:p>
            <a:r>
              <a:rPr lang="es-ES" dirty="0"/>
              <a:t>OHLA</a:t>
            </a:r>
          </a:p>
        </p:txBody>
      </p:sp>
      <p:sp>
        <p:nvSpPr>
          <p:cNvPr id="7" name="Título 1">
            <a:extLst>
              <a:ext uri="{FF2B5EF4-FFF2-40B4-BE49-F238E27FC236}">
                <a16:creationId xmlns:a16="http://schemas.microsoft.com/office/drawing/2014/main" id="{5CECD416-984A-B043-9197-C6FD1EB4D212}"/>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bg2"/>
                </a:solidFill>
                <a:latin typeface="+mn-lt"/>
              </a:defRPr>
            </a:lvl1pPr>
          </a:lstStyle>
          <a:p>
            <a:r>
              <a:rPr lang="es-ES" dirty="0"/>
              <a:t>Título diapositiva</a:t>
            </a:r>
          </a:p>
        </p:txBody>
      </p:sp>
      <p:pic>
        <p:nvPicPr>
          <p:cNvPr id="8" name="Marcador de contenido 9"/>
          <p:cNvPicPr>
            <a:picLocks noChangeAspect="1"/>
          </p:cNvPicPr>
          <p:nvPr userDrawn="1"/>
        </p:nvPicPr>
        <p:blipFill rotWithShape="1">
          <a:blip r:embed="rId2">
            <a:extLst>
              <a:ext uri="{28A0092B-C50C-407E-A947-70E740481C1C}">
                <a14:useLocalDpi xmlns:a14="http://schemas.microsoft.com/office/drawing/2010/main" val="0"/>
              </a:ext>
            </a:extLst>
          </a:blip>
          <a:srcRect l="3580" t="5762" r="2391" b="6619"/>
          <a:stretch/>
        </p:blipFill>
        <p:spPr>
          <a:xfrm>
            <a:off x="205829" y="207166"/>
            <a:ext cx="1078994" cy="547096"/>
          </a:xfrm>
          <a:prstGeom prst="rect">
            <a:avLst/>
          </a:prstGeom>
          <a:ln>
            <a:noFill/>
          </a:ln>
        </p:spPr>
      </p:pic>
    </p:spTree>
    <p:extLst>
      <p:ext uri="{BB962C8B-B14F-4D97-AF65-F5344CB8AC3E}">
        <p14:creationId xmlns:p14="http://schemas.microsoft.com/office/powerpoint/2010/main" val="13259558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apositiva texto 4">
    <p:bg>
      <p:bgPr>
        <a:solidFill>
          <a:schemeClr val="accent1"/>
        </a:solidFill>
        <a:effectLst/>
      </p:bgPr>
    </p:bg>
    <p:spTree>
      <p:nvGrpSpPr>
        <p:cNvPr id="1" name=""/>
        <p:cNvGrpSpPr/>
        <p:nvPr/>
      </p:nvGrpSpPr>
      <p:grpSpPr>
        <a:xfrm>
          <a:off x="0" y="0"/>
          <a:ext cx="0" cy="0"/>
          <a:chOff x="0" y="0"/>
          <a:chExt cx="0" cy="0"/>
        </a:xfrm>
      </p:grpSpPr>
      <p:sp>
        <p:nvSpPr>
          <p:cNvPr id="27" name="Marcador de texto 17">
            <a:extLst>
              <a:ext uri="{FF2B5EF4-FFF2-40B4-BE49-F238E27FC236}">
                <a16:creationId xmlns:a16="http://schemas.microsoft.com/office/drawing/2014/main" id="{E89CD91F-9288-4C41-BBAA-AE3604DB8303}"/>
              </a:ext>
            </a:extLst>
          </p:cNvPr>
          <p:cNvSpPr>
            <a:spLocks noGrp="1"/>
          </p:cNvSpPr>
          <p:nvPr>
            <p:ph type="body" sz="quarter" idx="10" hasCustomPrompt="1"/>
          </p:nvPr>
        </p:nvSpPr>
        <p:spPr>
          <a:xfrm>
            <a:off x="457199" y="25731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bg2"/>
                </a:solidFill>
              </a:defRPr>
            </a:lvl1pPr>
          </a:lstStyle>
          <a:p>
            <a:pPr lvl="0"/>
            <a:r>
              <a:rPr lang="es-ES" dirty="0"/>
              <a:t>Lista</a:t>
            </a:r>
          </a:p>
          <a:p>
            <a:pPr lvl="0"/>
            <a:r>
              <a:rPr lang="es-ES" dirty="0"/>
              <a:t>Lista</a:t>
            </a:r>
          </a:p>
          <a:p>
            <a:pPr lvl="0"/>
            <a:r>
              <a:rPr lang="es-ES" dirty="0"/>
              <a:t>Lista</a:t>
            </a:r>
          </a:p>
        </p:txBody>
      </p:sp>
      <p:sp>
        <p:nvSpPr>
          <p:cNvPr id="31" name="Marcador de fecha 3">
            <a:extLst>
              <a:ext uri="{FF2B5EF4-FFF2-40B4-BE49-F238E27FC236}">
                <a16:creationId xmlns:a16="http://schemas.microsoft.com/office/drawing/2014/main" id="{891808B7-3802-5241-9B70-2E460A9BF73D}"/>
              </a:ext>
            </a:extLst>
          </p:cNvPr>
          <p:cNvSpPr>
            <a:spLocks noGrp="1"/>
          </p:cNvSpPr>
          <p:nvPr>
            <p:ph type="dt" sz="half" idx="2"/>
          </p:nvPr>
        </p:nvSpPr>
        <p:spPr>
          <a:xfrm>
            <a:off x="274315" y="6469095"/>
            <a:ext cx="2021016" cy="161582"/>
          </a:xfrm>
          <a:prstGeom prst="rect">
            <a:avLst/>
          </a:prstGeom>
        </p:spPr>
        <p:txBody>
          <a:bodyPr vert="horz" wrap="square" lIns="0" tIns="0" rIns="0" bIns="0" rtlCol="0" anchor="t" anchorCtr="0">
            <a:spAutoFit/>
          </a:bodyPr>
          <a:lstStyle>
            <a:lvl1pPr algn="l">
              <a:defRPr sz="1050">
                <a:solidFill>
                  <a:schemeClr val="bg2"/>
                </a:solidFill>
              </a:defRPr>
            </a:lvl1pPr>
          </a:lstStyle>
          <a:p>
            <a:r>
              <a:rPr lang="es-ES" dirty="0"/>
              <a:t>Fecha y Lugar</a:t>
            </a:r>
          </a:p>
        </p:txBody>
      </p:sp>
      <p:sp>
        <p:nvSpPr>
          <p:cNvPr id="32" name="Marcador de pie de página 4">
            <a:extLst>
              <a:ext uri="{FF2B5EF4-FFF2-40B4-BE49-F238E27FC236}">
                <a16:creationId xmlns:a16="http://schemas.microsoft.com/office/drawing/2014/main" id="{BFC6271A-25C9-BC4F-BF74-60FB6B851807}"/>
              </a:ext>
            </a:extLst>
          </p:cNvPr>
          <p:cNvSpPr>
            <a:spLocks noGrp="1"/>
          </p:cNvSpPr>
          <p:nvPr>
            <p:ph type="ftr" sz="quarter" idx="3"/>
          </p:nvPr>
        </p:nvSpPr>
        <p:spPr>
          <a:xfrm>
            <a:off x="2722983" y="6492177"/>
            <a:ext cx="4114800" cy="138499"/>
          </a:xfrm>
          <a:prstGeom prst="rect">
            <a:avLst/>
          </a:prstGeom>
        </p:spPr>
        <p:txBody>
          <a:bodyPr vert="horz" lIns="0" tIns="0" rIns="0" bIns="0" rtlCol="0" anchor="ctr">
            <a:spAutoFit/>
          </a:bodyPr>
          <a:lstStyle>
            <a:lvl1pPr algn="l">
              <a:defRPr sz="900">
                <a:solidFill>
                  <a:schemeClr val="bg2"/>
                </a:solidFill>
              </a:defRPr>
            </a:lvl1pPr>
          </a:lstStyle>
          <a:p>
            <a:r>
              <a:rPr lang="es-ES" dirty="0"/>
              <a:t>OHLA</a:t>
            </a:r>
          </a:p>
        </p:txBody>
      </p:sp>
      <p:sp>
        <p:nvSpPr>
          <p:cNvPr id="7" name="Título 1">
            <a:extLst>
              <a:ext uri="{FF2B5EF4-FFF2-40B4-BE49-F238E27FC236}">
                <a16:creationId xmlns:a16="http://schemas.microsoft.com/office/drawing/2014/main" id="{5CECD416-984A-B043-9197-C6FD1EB4D212}"/>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bg2"/>
                </a:solidFill>
                <a:latin typeface="+mn-lt"/>
              </a:defRPr>
            </a:lvl1pPr>
          </a:lstStyle>
          <a:p>
            <a:r>
              <a:rPr lang="es-ES" dirty="0"/>
              <a:t>Título diapositiva</a:t>
            </a:r>
          </a:p>
        </p:txBody>
      </p:sp>
      <p:pic>
        <p:nvPicPr>
          <p:cNvPr id="8" name="Imagen 7" descr="Logotipo&#10;&#10;Descripción generada automáticamente con confianza media">
            <a:extLst>
              <a:ext uri="{FF2B5EF4-FFF2-40B4-BE49-F238E27FC236}">
                <a16:creationId xmlns:a16="http://schemas.microsoft.com/office/drawing/2014/main" id="{192DC4DE-17EC-6A4C-80DB-1E0FF4F7A2B1}"/>
              </a:ext>
            </a:extLst>
          </p:cNvPr>
          <p:cNvPicPr>
            <a:picLocks noChangeAspect="1"/>
          </p:cNvPicPr>
          <p:nvPr userDrawn="1"/>
        </p:nvPicPr>
        <p:blipFill>
          <a:blip r:embed="rId2"/>
          <a:stretch>
            <a:fillRect/>
          </a:stretch>
        </p:blipFill>
        <p:spPr>
          <a:xfrm>
            <a:off x="272181" y="236654"/>
            <a:ext cx="939001" cy="460964"/>
          </a:xfrm>
          <a:prstGeom prst="rect">
            <a:avLst/>
          </a:prstGeom>
        </p:spPr>
      </p:pic>
      <p:pic>
        <p:nvPicPr>
          <p:cNvPr id="10" name="Imagen 9"/>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2920" y="164764"/>
            <a:ext cx="1121538" cy="660897"/>
          </a:xfrm>
          <a:prstGeom prst="rect">
            <a:avLst/>
          </a:prstGeom>
          <a:solidFill>
            <a:schemeClr val="accent5"/>
          </a:solidFill>
        </p:spPr>
      </p:pic>
    </p:spTree>
    <p:extLst>
      <p:ext uri="{BB962C8B-B14F-4D97-AF65-F5344CB8AC3E}">
        <p14:creationId xmlns:p14="http://schemas.microsoft.com/office/powerpoint/2010/main" val="18219250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apositiva texto 5">
    <p:spTree>
      <p:nvGrpSpPr>
        <p:cNvPr id="1" name=""/>
        <p:cNvGrpSpPr/>
        <p:nvPr/>
      </p:nvGrpSpPr>
      <p:grpSpPr>
        <a:xfrm>
          <a:off x="0" y="0"/>
          <a:ext cx="0" cy="0"/>
          <a:chOff x="0" y="0"/>
          <a:chExt cx="0" cy="0"/>
        </a:xfrm>
      </p:grpSpPr>
      <p:sp>
        <p:nvSpPr>
          <p:cNvPr id="5" name="Marcador de texto 17">
            <a:extLst>
              <a:ext uri="{FF2B5EF4-FFF2-40B4-BE49-F238E27FC236}">
                <a16:creationId xmlns:a16="http://schemas.microsoft.com/office/drawing/2014/main" id="{75895772-3356-CB4C-BA81-67BD8C112464}"/>
              </a:ext>
            </a:extLst>
          </p:cNvPr>
          <p:cNvSpPr>
            <a:spLocks noGrp="1"/>
          </p:cNvSpPr>
          <p:nvPr>
            <p:ph type="body" sz="quarter" idx="11" hasCustomPrompt="1"/>
          </p:nvPr>
        </p:nvSpPr>
        <p:spPr>
          <a:xfrm>
            <a:off x="457199" y="25731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11" name="Marcador de fecha 3">
            <a:extLst>
              <a:ext uri="{FF2B5EF4-FFF2-40B4-BE49-F238E27FC236}">
                <a16:creationId xmlns:a16="http://schemas.microsoft.com/office/drawing/2014/main" id="{60CD4559-D944-A447-80F8-6FAD61310A86}"/>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2" name="Marcador de pie de página 4">
            <a:extLst>
              <a:ext uri="{FF2B5EF4-FFF2-40B4-BE49-F238E27FC236}">
                <a16:creationId xmlns:a16="http://schemas.microsoft.com/office/drawing/2014/main" id="{BF508964-3AF9-ED41-843E-E824BCF3661E}"/>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8" name="Marcador de texto 17">
            <a:extLst>
              <a:ext uri="{FF2B5EF4-FFF2-40B4-BE49-F238E27FC236}">
                <a16:creationId xmlns:a16="http://schemas.microsoft.com/office/drawing/2014/main" id="{7810E033-85F7-144D-A58F-BACD89A6B38A}"/>
              </a:ext>
            </a:extLst>
          </p:cNvPr>
          <p:cNvSpPr>
            <a:spLocks noGrp="1"/>
          </p:cNvSpPr>
          <p:nvPr>
            <p:ph type="body" sz="quarter" idx="10"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9" name="Título 1">
            <a:extLst>
              <a:ext uri="{FF2B5EF4-FFF2-40B4-BE49-F238E27FC236}">
                <a16:creationId xmlns:a16="http://schemas.microsoft.com/office/drawing/2014/main" id="{D0857782-BCF2-0444-9015-CC885BABCBE7}"/>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4" name="Imagen 13"/>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477162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apositiva texto 6">
    <p:bg>
      <p:bgPr>
        <a:solidFill>
          <a:schemeClr val="tx2"/>
        </a:solidFill>
        <a:effectLst/>
      </p:bgPr>
    </p:bg>
    <p:spTree>
      <p:nvGrpSpPr>
        <p:cNvPr id="1" name=""/>
        <p:cNvGrpSpPr/>
        <p:nvPr/>
      </p:nvGrpSpPr>
      <p:grpSpPr>
        <a:xfrm>
          <a:off x="0" y="0"/>
          <a:ext cx="0" cy="0"/>
          <a:chOff x="0" y="0"/>
          <a:chExt cx="0" cy="0"/>
        </a:xfrm>
      </p:grpSpPr>
      <p:sp>
        <p:nvSpPr>
          <p:cNvPr id="27" name="Marcador de texto 17">
            <a:extLst>
              <a:ext uri="{FF2B5EF4-FFF2-40B4-BE49-F238E27FC236}">
                <a16:creationId xmlns:a16="http://schemas.microsoft.com/office/drawing/2014/main" id="{E89CD91F-9288-4C41-BBAA-AE3604DB8303}"/>
              </a:ext>
            </a:extLst>
          </p:cNvPr>
          <p:cNvSpPr>
            <a:spLocks noGrp="1"/>
          </p:cNvSpPr>
          <p:nvPr>
            <p:ph type="body" sz="quarter" idx="10" hasCustomPrompt="1"/>
          </p:nvPr>
        </p:nvSpPr>
        <p:spPr>
          <a:xfrm>
            <a:off x="457199" y="25731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bg2"/>
                </a:solidFill>
              </a:defRPr>
            </a:lvl1pPr>
          </a:lstStyle>
          <a:p>
            <a:pPr lvl="0"/>
            <a:r>
              <a:rPr lang="es-ES" dirty="0"/>
              <a:t>Lista</a:t>
            </a:r>
          </a:p>
          <a:p>
            <a:pPr lvl="0"/>
            <a:r>
              <a:rPr lang="es-ES" dirty="0"/>
              <a:t>Lista</a:t>
            </a:r>
          </a:p>
          <a:p>
            <a:pPr lvl="0"/>
            <a:r>
              <a:rPr lang="es-ES" dirty="0"/>
              <a:t>Lista</a:t>
            </a:r>
          </a:p>
        </p:txBody>
      </p:sp>
      <p:sp>
        <p:nvSpPr>
          <p:cNvPr id="31" name="Marcador de fecha 3">
            <a:extLst>
              <a:ext uri="{FF2B5EF4-FFF2-40B4-BE49-F238E27FC236}">
                <a16:creationId xmlns:a16="http://schemas.microsoft.com/office/drawing/2014/main" id="{891808B7-3802-5241-9B70-2E460A9BF73D}"/>
              </a:ext>
            </a:extLst>
          </p:cNvPr>
          <p:cNvSpPr>
            <a:spLocks noGrp="1"/>
          </p:cNvSpPr>
          <p:nvPr>
            <p:ph type="dt" sz="half" idx="2"/>
          </p:nvPr>
        </p:nvSpPr>
        <p:spPr>
          <a:xfrm>
            <a:off x="274315" y="6469095"/>
            <a:ext cx="2021016" cy="161582"/>
          </a:xfrm>
          <a:prstGeom prst="rect">
            <a:avLst/>
          </a:prstGeom>
        </p:spPr>
        <p:txBody>
          <a:bodyPr vert="horz" wrap="square" lIns="0" tIns="0" rIns="0" bIns="0" rtlCol="0" anchor="t" anchorCtr="0">
            <a:spAutoFit/>
          </a:bodyPr>
          <a:lstStyle>
            <a:lvl1pPr algn="l">
              <a:defRPr sz="1050">
                <a:solidFill>
                  <a:schemeClr val="bg2"/>
                </a:solidFill>
              </a:defRPr>
            </a:lvl1pPr>
          </a:lstStyle>
          <a:p>
            <a:r>
              <a:rPr lang="es-ES" dirty="0"/>
              <a:t>Fecha y Lugar</a:t>
            </a:r>
          </a:p>
        </p:txBody>
      </p:sp>
      <p:sp>
        <p:nvSpPr>
          <p:cNvPr id="32" name="Marcador de pie de página 4">
            <a:extLst>
              <a:ext uri="{FF2B5EF4-FFF2-40B4-BE49-F238E27FC236}">
                <a16:creationId xmlns:a16="http://schemas.microsoft.com/office/drawing/2014/main" id="{BFC6271A-25C9-BC4F-BF74-60FB6B851807}"/>
              </a:ext>
            </a:extLst>
          </p:cNvPr>
          <p:cNvSpPr>
            <a:spLocks noGrp="1"/>
          </p:cNvSpPr>
          <p:nvPr>
            <p:ph type="ftr" sz="quarter" idx="3"/>
          </p:nvPr>
        </p:nvSpPr>
        <p:spPr>
          <a:xfrm>
            <a:off x="2722983" y="6492177"/>
            <a:ext cx="4114800" cy="138499"/>
          </a:xfrm>
          <a:prstGeom prst="rect">
            <a:avLst/>
          </a:prstGeom>
        </p:spPr>
        <p:txBody>
          <a:bodyPr vert="horz" lIns="0" tIns="0" rIns="0" bIns="0" rtlCol="0" anchor="ctr">
            <a:spAutoFit/>
          </a:bodyPr>
          <a:lstStyle>
            <a:lvl1pPr algn="l">
              <a:defRPr sz="900">
                <a:solidFill>
                  <a:schemeClr val="bg2"/>
                </a:solidFill>
              </a:defRPr>
            </a:lvl1pPr>
          </a:lstStyle>
          <a:p>
            <a:r>
              <a:rPr lang="es-ES" dirty="0"/>
              <a:t>OHLA</a:t>
            </a:r>
          </a:p>
        </p:txBody>
      </p:sp>
      <p:sp>
        <p:nvSpPr>
          <p:cNvPr id="10" name="Marcador de texto 17">
            <a:extLst>
              <a:ext uri="{FF2B5EF4-FFF2-40B4-BE49-F238E27FC236}">
                <a16:creationId xmlns:a16="http://schemas.microsoft.com/office/drawing/2014/main" id="{6A797C43-7272-7548-BFB3-30CD3C740B3E}"/>
              </a:ext>
            </a:extLst>
          </p:cNvPr>
          <p:cNvSpPr>
            <a:spLocks noGrp="1"/>
          </p:cNvSpPr>
          <p:nvPr>
            <p:ph type="body" sz="quarter" idx="11"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bg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1" name="Título 1">
            <a:extLst>
              <a:ext uri="{FF2B5EF4-FFF2-40B4-BE49-F238E27FC236}">
                <a16:creationId xmlns:a16="http://schemas.microsoft.com/office/drawing/2014/main" id="{C315D707-9F25-4C4F-BB0A-35C0FC4720AE}"/>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bg2"/>
                </a:solidFill>
                <a:latin typeface="+mn-lt"/>
              </a:defRPr>
            </a:lvl1pPr>
          </a:lstStyle>
          <a:p>
            <a:r>
              <a:rPr lang="es-ES" dirty="0"/>
              <a:t>Título diapositiva</a:t>
            </a:r>
          </a:p>
        </p:txBody>
      </p:sp>
      <p:pic>
        <p:nvPicPr>
          <p:cNvPr id="8" name="Marcador de contenido 9"/>
          <p:cNvPicPr>
            <a:picLocks noChangeAspect="1"/>
          </p:cNvPicPr>
          <p:nvPr userDrawn="1"/>
        </p:nvPicPr>
        <p:blipFill rotWithShape="1">
          <a:blip r:embed="rId2">
            <a:extLst>
              <a:ext uri="{28A0092B-C50C-407E-A947-70E740481C1C}">
                <a14:useLocalDpi xmlns:a14="http://schemas.microsoft.com/office/drawing/2010/main" val="0"/>
              </a:ext>
            </a:extLst>
          </a:blip>
          <a:srcRect l="3580" t="5762" r="2391" b="6619"/>
          <a:stretch/>
        </p:blipFill>
        <p:spPr>
          <a:xfrm>
            <a:off x="205829" y="207166"/>
            <a:ext cx="1078994" cy="547096"/>
          </a:xfrm>
          <a:prstGeom prst="rect">
            <a:avLst/>
          </a:prstGeom>
          <a:ln>
            <a:noFill/>
          </a:ln>
        </p:spPr>
      </p:pic>
    </p:spTree>
    <p:extLst>
      <p:ext uri="{BB962C8B-B14F-4D97-AF65-F5344CB8AC3E}">
        <p14:creationId xmlns:p14="http://schemas.microsoft.com/office/powerpoint/2010/main" val="343680734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apositiva texto 7">
    <p:bg>
      <p:bgPr>
        <a:solidFill>
          <a:schemeClr val="accent1"/>
        </a:solidFill>
        <a:effectLst/>
      </p:bgPr>
    </p:bg>
    <p:spTree>
      <p:nvGrpSpPr>
        <p:cNvPr id="1" name=""/>
        <p:cNvGrpSpPr/>
        <p:nvPr/>
      </p:nvGrpSpPr>
      <p:grpSpPr>
        <a:xfrm>
          <a:off x="0" y="0"/>
          <a:ext cx="0" cy="0"/>
          <a:chOff x="0" y="0"/>
          <a:chExt cx="0" cy="0"/>
        </a:xfrm>
      </p:grpSpPr>
      <p:sp>
        <p:nvSpPr>
          <p:cNvPr id="27" name="Marcador de texto 17">
            <a:extLst>
              <a:ext uri="{FF2B5EF4-FFF2-40B4-BE49-F238E27FC236}">
                <a16:creationId xmlns:a16="http://schemas.microsoft.com/office/drawing/2014/main" id="{E89CD91F-9288-4C41-BBAA-AE3604DB8303}"/>
              </a:ext>
            </a:extLst>
          </p:cNvPr>
          <p:cNvSpPr>
            <a:spLocks noGrp="1"/>
          </p:cNvSpPr>
          <p:nvPr>
            <p:ph type="body" sz="quarter" idx="10" hasCustomPrompt="1"/>
          </p:nvPr>
        </p:nvSpPr>
        <p:spPr>
          <a:xfrm>
            <a:off x="457199" y="25731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bg2"/>
                </a:solidFill>
              </a:defRPr>
            </a:lvl1pPr>
          </a:lstStyle>
          <a:p>
            <a:pPr lvl="0"/>
            <a:r>
              <a:rPr lang="es-ES" dirty="0"/>
              <a:t>Lista</a:t>
            </a:r>
          </a:p>
          <a:p>
            <a:pPr lvl="0"/>
            <a:r>
              <a:rPr lang="es-ES" dirty="0"/>
              <a:t>Lista</a:t>
            </a:r>
          </a:p>
          <a:p>
            <a:pPr lvl="0"/>
            <a:r>
              <a:rPr lang="es-ES" dirty="0"/>
              <a:t>Lista</a:t>
            </a:r>
          </a:p>
        </p:txBody>
      </p:sp>
      <p:sp>
        <p:nvSpPr>
          <p:cNvPr id="31" name="Marcador de fecha 3">
            <a:extLst>
              <a:ext uri="{FF2B5EF4-FFF2-40B4-BE49-F238E27FC236}">
                <a16:creationId xmlns:a16="http://schemas.microsoft.com/office/drawing/2014/main" id="{891808B7-3802-5241-9B70-2E460A9BF73D}"/>
              </a:ext>
            </a:extLst>
          </p:cNvPr>
          <p:cNvSpPr>
            <a:spLocks noGrp="1"/>
          </p:cNvSpPr>
          <p:nvPr>
            <p:ph type="dt" sz="half" idx="2"/>
          </p:nvPr>
        </p:nvSpPr>
        <p:spPr>
          <a:xfrm>
            <a:off x="274315" y="6469095"/>
            <a:ext cx="2021016" cy="161582"/>
          </a:xfrm>
          <a:prstGeom prst="rect">
            <a:avLst/>
          </a:prstGeom>
        </p:spPr>
        <p:txBody>
          <a:bodyPr vert="horz" wrap="square" lIns="0" tIns="0" rIns="0" bIns="0" rtlCol="0" anchor="t" anchorCtr="0">
            <a:spAutoFit/>
          </a:bodyPr>
          <a:lstStyle>
            <a:lvl1pPr algn="l">
              <a:defRPr sz="1050">
                <a:solidFill>
                  <a:schemeClr val="bg2"/>
                </a:solidFill>
              </a:defRPr>
            </a:lvl1pPr>
          </a:lstStyle>
          <a:p>
            <a:r>
              <a:rPr lang="es-ES" dirty="0"/>
              <a:t>Fecha y Lugar</a:t>
            </a:r>
          </a:p>
        </p:txBody>
      </p:sp>
      <p:sp>
        <p:nvSpPr>
          <p:cNvPr id="32" name="Marcador de pie de página 4">
            <a:extLst>
              <a:ext uri="{FF2B5EF4-FFF2-40B4-BE49-F238E27FC236}">
                <a16:creationId xmlns:a16="http://schemas.microsoft.com/office/drawing/2014/main" id="{BFC6271A-25C9-BC4F-BF74-60FB6B851807}"/>
              </a:ext>
            </a:extLst>
          </p:cNvPr>
          <p:cNvSpPr>
            <a:spLocks noGrp="1"/>
          </p:cNvSpPr>
          <p:nvPr>
            <p:ph type="ftr" sz="quarter" idx="3"/>
          </p:nvPr>
        </p:nvSpPr>
        <p:spPr>
          <a:xfrm>
            <a:off x="2722983" y="6492177"/>
            <a:ext cx="4114800" cy="138499"/>
          </a:xfrm>
          <a:prstGeom prst="rect">
            <a:avLst/>
          </a:prstGeom>
        </p:spPr>
        <p:txBody>
          <a:bodyPr vert="horz" lIns="0" tIns="0" rIns="0" bIns="0" rtlCol="0" anchor="ctr">
            <a:spAutoFit/>
          </a:bodyPr>
          <a:lstStyle>
            <a:lvl1pPr algn="l">
              <a:defRPr sz="900">
                <a:solidFill>
                  <a:schemeClr val="bg2"/>
                </a:solidFill>
              </a:defRPr>
            </a:lvl1pPr>
          </a:lstStyle>
          <a:p>
            <a:r>
              <a:rPr lang="es-ES" dirty="0"/>
              <a:t>OHLA</a:t>
            </a:r>
          </a:p>
        </p:txBody>
      </p:sp>
      <p:sp>
        <p:nvSpPr>
          <p:cNvPr id="10" name="Marcador de texto 17">
            <a:extLst>
              <a:ext uri="{FF2B5EF4-FFF2-40B4-BE49-F238E27FC236}">
                <a16:creationId xmlns:a16="http://schemas.microsoft.com/office/drawing/2014/main" id="{6A797C43-7272-7548-BFB3-30CD3C740B3E}"/>
              </a:ext>
            </a:extLst>
          </p:cNvPr>
          <p:cNvSpPr>
            <a:spLocks noGrp="1"/>
          </p:cNvSpPr>
          <p:nvPr>
            <p:ph type="body" sz="quarter" idx="11"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bg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1" name="Título 1">
            <a:extLst>
              <a:ext uri="{FF2B5EF4-FFF2-40B4-BE49-F238E27FC236}">
                <a16:creationId xmlns:a16="http://schemas.microsoft.com/office/drawing/2014/main" id="{C315D707-9F25-4C4F-BB0A-35C0FC4720AE}"/>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bg2"/>
                </a:solidFill>
                <a:latin typeface="+mn-lt"/>
              </a:defRPr>
            </a:lvl1pPr>
          </a:lstStyle>
          <a:p>
            <a:r>
              <a:rPr lang="es-ES" dirty="0"/>
              <a:t>Título diapositiva</a:t>
            </a:r>
          </a:p>
        </p:txBody>
      </p:sp>
      <p:pic>
        <p:nvPicPr>
          <p:cNvPr id="8" name="Imagen 7" descr="Logotipo&#10;&#10;Descripción generada automáticamente con confianza media">
            <a:extLst>
              <a:ext uri="{FF2B5EF4-FFF2-40B4-BE49-F238E27FC236}">
                <a16:creationId xmlns:a16="http://schemas.microsoft.com/office/drawing/2014/main" id="{BFEC913A-F26D-3C45-934A-1BB46D16D4C4}"/>
              </a:ext>
            </a:extLst>
          </p:cNvPr>
          <p:cNvPicPr>
            <a:picLocks noChangeAspect="1"/>
          </p:cNvPicPr>
          <p:nvPr userDrawn="1"/>
        </p:nvPicPr>
        <p:blipFill>
          <a:blip r:embed="rId2"/>
          <a:stretch>
            <a:fillRect/>
          </a:stretch>
        </p:blipFill>
        <p:spPr>
          <a:xfrm>
            <a:off x="272181" y="236654"/>
            <a:ext cx="939001" cy="460964"/>
          </a:xfrm>
          <a:prstGeom prst="rect">
            <a:avLst/>
          </a:prstGeom>
        </p:spPr>
      </p:pic>
      <p:pic>
        <p:nvPicPr>
          <p:cNvPr id="12" name="Imagen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2920" y="164764"/>
            <a:ext cx="1121538" cy="660897"/>
          </a:xfrm>
          <a:prstGeom prst="rect">
            <a:avLst/>
          </a:prstGeom>
          <a:solidFill>
            <a:schemeClr val="accent5"/>
          </a:solidFill>
        </p:spPr>
      </p:pic>
    </p:spTree>
    <p:extLst>
      <p:ext uri="{BB962C8B-B14F-4D97-AF65-F5344CB8AC3E}">
        <p14:creationId xmlns:p14="http://schemas.microsoft.com/office/powerpoint/2010/main" val="35013537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positiva texto 8">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1667644"/>
            <a:ext cx="11277600"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1127760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2967446" y="2458952"/>
            <a:ext cx="6257109" cy="200055"/>
          </a:xfrm>
          <a:prstGeom prst="rect">
            <a:avLst/>
          </a:prstGeom>
          <a:noFill/>
          <a:ln>
            <a:noFill/>
          </a:ln>
        </p:spPr>
        <p:txBody>
          <a:bodyPr wrap="square" lIns="0" tIns="0" rIns="0" bIns="0" numCol="1">
            <a:spAutoFit/>
          </a:bodyPr>
          <a:lstStyle>
            <a:lvl1pPr marL="0" indent="0" algn="ctr">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30" name="Marcador de fecha 3">
            <a:extLst>
              <a:ext uri="{FF2B5EF4-FFF2-40B4-BE49-F238E27FC236}">
                <a16:creationId xmlns:a16="http://schemas.microsoft.com/office/drawing/2014/main" id="{7828D88D-4EBC-9C40-BF67-F09628DC46DE}"/>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31" name="Marcador de pie de página 4">
            <a:extLst>
              <a:ext uri="{FF2B5EF4-FFF2-40B4-BE49-F238E27FC236}">
                <a16:creationId xmlns:a16="http://schemas.microsoft.com/office/drawing/2014/main" id="{11E97AB6-0FFD-1048-8300-8DFCA9030DB5}"/>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13" name="Título 1">
            <a:extLst>
              <a:ext uri="{FF2B5EF4-FFF2-40B4-BE49-F238E27FC236}">
                <a16:creationId xmlns:a16="http://schemas.microsoft.com/office/drawing/2014/main" id="{955E9071-27F3-C246-812F-4433A9D05A65}"/>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1" name="Imagen 10"/>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95090534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apositiva texto 9">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1667644"/>
            <a:ext cx="11277600"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1" name="Marcador de texto 17">
            <a:extLst>
              <a:ext uri="{FF2B5EF4-FFF2-40B4-BE49-F238E27FC236}">
                <a16:creationId xmlns:a16="http://schemas.microsoft.com/office/drawing/2014/main" id="{92DB7BEB-AAF2-2D43-9F99-5221469F9E6C}"/>
              </a:ext>
            </a:extLst>
          </p:cNvPr>
          <p:cNvSpPr>
            <a:spLocks noGrp="1"/>
          </p:cNvSpPr>
          <p:nvPr>
            <p:ph type="body" sz="quarter" idx="11" hasCustomPrompt="1"/>
          </p:nvPr>
        </p:nvSpPr>
        <p:spPr>
          <a:xfrm>
            <a:off x="457198" y="4318837"/>
            <a:ext cx="11277602" cy="1522121"/>
          </a:xfrm>
          <a:prstGeom prst="rect">
            <a:avLst/>
          </a:prstGeom>
          <a:solidFill>
            <a:schemeClr val="tx2"/>
          </a:solidFill>
        </p:spPr>
        <p:txBody>
          <a:bodyPr lIns="108000" tIns="288000" rIns="108000" bIns="108000">
            <a:noAutofit/>
          </a:bodyPr>
          <a:lstStyle>
            <a:lvl1pPr marL="0" indent="0" algn="ctr">
              <a:lnSpc>
                <a:spcPts val="1860"/>
              </a:lnSpc>
              <a:spcBef>
                <a:spcPts val="0"/>
              </a:spcBef>
              <a:spcAft>
                <a:spcPts val="0"/>
              </a:spcAft>
              <a:buFontTx/>
              <a:buNone/>
              <a:defRPr sz="1800">
                <a:solidFill>
                  <a:schemeClr val="bg2"/>
                </a:solidFill>
              </a:defRPr>
            </a:lvl1pPr>
          </a:lstStyle>
          <a:p>
            <a:pPr lvl="0"/>
            <a:r>
              <a:rPr lang="es-ES" dirty="0"/>
              <a:t>Texto destacado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1127760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Marcador de fecha 3">
            <a:extLst>
              <a:ext uri="{FF2B5EF4-FFF2-40B4-BE49-F238E27FC236}">
                <a16:creationId xmlns:a16="http://schemas.microsoft.com/office/drawing/2014/main" id="{7828D88D-4EBC-9C40-BF67-F09628DC46DE}"/>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31" name="Marcador de pie de página 4">
            <a:extLst>
              <a:ext uri="{FF2B5EF4-FFF2-40B4-BE49-F238E27FC236}">
                <a16:creationId xmlns:a16="http://schemas.microsoft.com/office/drawing/2014/main" id="{11E97AB6-0FFD-1048-8300-8DFCA9030DB5}"/>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13" name="Título 1">
            <a:extLst>
              <a:ext uri="{FF2B5EF4-FFF2-40B4-BE49-F238E27FC236}">
                <a16:creationId xmlns:a16="http://schemas.microsoft.com/office/drawing/2014/main" id="{955E9071-27F3-C246-812F-4433A9D05A65}"/>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12" name="Marcador de texto 17">
            <a:extLst>
              <a:ext uri="{FF2B5EF4-FFF2-40B4-BE49-F238E27FC236}">
                <a16:creationId xmlns:a16="http://schemas.microsoft.com/office/drawing/2014/main" id="{CF70DDE9-413F-1848-B1C3-B1AE5F66A482}"/>
              </a:ext>
            </a:extLst>
          </p:cNvPr>
          <p:cNvSpPr>
            <a:spLocks noGrp="1"/>
          </p:cNvSpPr>
          <p:nvPr>
            <p:ph type="body" sz="quarter" idx="18" hasCustomPrompt="1"/>
          </p:nvPr>
        </p:nvSpPr>
        <p:spPr>
          <a:xfrm>
            <a:off x="2967446" y="2458952"/>
            <a:ext cx="6257109" cy="200055"/>
          </a:xfrm>
          <a:prstGeom prst="rect">
            <a:avLst/>
          </a:prstGeom>
          <a:noFill/>
          <a:ln>
            <a:noFill/>
          </a:ln>
        </p:spPr>
        <p:txBody>
          <a:bodyPr wrap="square" lIns="0" tIns="0" rIns="0" bIns="0" numCol="1">
            <a:spAutoFit/>
          </a:bodyPr>
          <a:lstStyle>
            <a:lvl1pPr marL="0" indent="0" algn="ctr">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pic>
        <p:nvPicPr>
          <p:cNvPr id="15" name="Imagen 14"/>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374342981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apositiva texto 10">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8" name="Conector recto 27">
            <a:extLst>
              <a:ext uri="{FF2B5EF4-FFF2-40B4-BE49-F238E27FC236}">
                <a16:creationId xmlns:a16="http://schemas.microsoft.com/office/drawing/2014/main" id="{CD95FC94-5C79-7F45-AE1C-CFE664EF09A1}"/>
              </a:ext>
            </a:extLst>
          </p:cNvPr>
          <p:cNvCxnSpPr>
            <a:cxnSpLocks/>
          </p:cNvCxnSpPr>
          <p:nvPr userDrawn="1"/>
        </p:nvCxnSpPr>
        <p:spPr>
          <a:xfrm>
            <a:off x="6361611"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36834"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Marcador de texto 17">
            <a:extLst>
              <a:ext uri="{FF2B5EF4-FFF2-40B4-BE49-F238E27FC236}">
                <a16:creationId xmlns:a16="http://schemas.microsoft.com/office/drawing/2014/main" id="{282BE2A9-EB3C-EB41-BBCA-677F660BAECB}"/>
              </a:ext>
            </a:extLst>
          </p:cNvPr>
          <p:cNvSpPr>
            <a:spLocks noGrp="1"/>
          </p:cNvSpPr>
          <p:nvPr>
            <p:ph type="body" sz="quarter" idx="24" hasCustomPrompt="1"/>
          </p:nvPr>
        </p:nvSpPr>
        <p:spPr>
          <a:xfrm>
            <a:off x="6361611" y="2458952"/>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5" name="Marcador de fecha 3">
            <a:extLst>
              <a:ext uri="{FF2B5EF4-FFF2-40B4-BE49-F238E27FC236}">
                <a16:creationId xmlns:a16="http://schemas.microsoft.com/office/drawing/2014/main" id="{F409EA6C-1B2A-F340-96FC-D3EE45564FDF}"/>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6" name="Marcador de pie de página 4">
            <a:extLst>
              <a:ext uri="{FF2B5EF4-FFF2-40B4-BE49-F238E27FC236}">
                <a16:creationId xmlns:a16="http://schemas.microsoft.com/office/drawing/2014/main" id="{4E7F4A7E-A4E3-E848-893B-34DF5DD33923}"/>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13" name="Marcador de texto 17">
            <a:extLst>
              <a:ext uri="{FF2B5EF4-FFF2-40B4-BE49-F238E27FC236}">
                <a16:creationId xmlns:a16="http://schemas.microsoft.com/office/drawing/2014/main" id="{AD37CF12-5B67-AE43-A4E3-FF6312838B2E}"/>
              </a:ext>
            </a:extLst>
          </p:cNvPr>
          <p:cNvSpPr>
            <a:spLocks noGrp="1"/>
          </p:cNvSpPr>
          <p:nvPr>
            <p:ph type="body" sz="quarter" idx="25"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4" name="Título 1">
            <a:extLst>
              <a:ext uri="{FF2B5EF4-FFF2-40B4-BE49-F238E27FC236}">
                <a16:creationId xmlns:a16="http://schemas.microsoft.com/office/drawing/2014/main" id="{F9F2AF5B-384C-B84D-93DF-1D92DBFAB7C1}"/>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20" name="Marcador de texto 17">
            <a:extLst>
              <a:ext uri="{FF2B5EF4-FFF2-40B4-BE49-F238E27FC236}">
                <a16:creationId xmlns:a16="http://schemas.microsoft.com/office/drawing/2014/main" id="{6EED90C3-4631-3B44-8350-3B6FFDBE874A}"/>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21" name="Marcador de texto 17">
            <a:extLst>
              <a:ext uri="{FF2B5EF4-FFF2-40B4-BE49-F238E27FC236}">
                <a16:creationId xmlns:a16="http://schemas.microsoft.com/office/drawing/2014/main" id="{0B6F285E-788C-C348-802E-9D2C255156A9}"/>
              </a:ext>
            </a:extLst>
          </p:cNvPr>
          <p:cNvSpPr>
            <a:spLocks noGrp="1"/>
          </p:cNvSpPr>
          <p:nvPr>
            <p:ph type="body" sz="quarter" idx="26" hasCustomPrompt="1"/>
          </p:nvPr>
        </p:nvSpPr>
        <p:spPr>
          <a:xfrm>
            <a:off x="6361611"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pic>
        <p:nvPicPr>
          <p:cNvPr id="18" name="Imagen 17"/>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26355346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iapositiva texto 11">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8" name="Conector recto 27">
            <a:extLst>
              <a:ext uri="{FF2B5EF4-FFF2-40B4-BE49-F238E27FC236}">
                <a16:creationId xmlns:a16="http://schemas.microsoft.com/office/drawing/2014/main" id="{CD95FC94-5C79-7F45-AE1C-CFE664EF09A1}"/>
              </a:ext>
            </a:extLst>
          </p:cNvPr>
          <p:cNvCxnSpPr>
            <a:cxnSpLocks/>
          </p:cNvCxnSpPr>
          <p:nvPr userDrawn="1"/>
        </p:nvCxnSpPr>
        <p:spPr>
          <a:xfrm>
            <a:off x="6381634"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36834"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Marcador de texto 17">
            <a:extLst>
              <a:ext uri="{FF2B5EF4-FFF2-40B4-BE49-F238E27FC236}">
                <a16:creationId xmlns:a16="http://schemas.microsoft.com/office/drawing/2014/main" id="{282BE2A9-EB3C-EB41-BBCA-677F660BAECB}"/>
              </a:ext>
            </a:extLst>
          </p:cNvPr>
          <p:cNvSpPr>
            <a:spLocks noGrp="1"/>
          </p:cNvSpPr>
          <p:nvPr>
            <p:ph type="body" sz="quarter" idx="24" hasCustomPrompt="1"/>
          </p:nvPr>
        </p:nvSpPr>
        <p:spPr>
          <a:xfrm>
            <a:off x="6381635" y="2458952"/>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14" name="Conector recto 13">
            <a:extLst>
              <a:ext uri="{FF2B5EF4-FFF2-40B4-BE49-F238E27FC236}">
                <a16:creationId xmlns:a16="http://schemas.microsoft.com/office/drawing/2014/main" id="{67E3E314-0DF8-8544-B221-5A10C7BFA626}"/>
              </a:ext>
            </a:extLst>
          </p:cNvPr>
          <p:cNvCxnSpPr>
            <a:cxnSpLocks/>
          </p:cNvCxnSpPr>
          <p:nvPr userDrawn="1"/>
        </p:nvCxnSpPr>
        <p:spPr>
          <a:xfrm>
            <a:off x="457200" y="4352069"/>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Marcador de texto 17">
            <a:extLst>
              <a:ext uri="{FF2B5EF4-FFF2-40B4-BE49-F238E27FC236}">
                <a16:creationId xmlns:a16="http://schemas.microsoft.com/office/drawing/2014/main" id="{FA9BD15D-26C7-8846-A9E0-324553504A61}"/>
              </a:ext>
            </a:extLst>
          </p:cNvPr>
          <p:cNvSpPr>
            <a:spLocks noGrp="1"/>
          </p:cNvSpPr>
          <p:nvPr>
            <p:ph type="body" sz="quarter" idx="26" hasCustomPrompt="1"/>
          </p:nvPr>
        </p:nvSpPr>
        <p:spPr>
          <a:xfrm>
            <a:off x="457200" y="4474365"/>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17" name="Conector recto 16">
            <a:extLst>
              <a:ext uri="{FF2B5EF4-FFF2-40B4-BE49-F238E27FC236}">
                <a16:creationId xmlns:a16="http://schemas.microsoft.com/office/drawing/2014/main" id="{53DF34E1-D262-A24E-887D-9DB75329D8F8}"/>
              </a:ext>
            </a:extLst>
          </p:cNvPr>
          <p:cNvCxnSpPr>
            <a:cxnSpLocks/>
          </p:cNvCxnSpPr>
          <p:nvPr userDrawn="1"/>
        </p:nvCxnSpPr>
        <p:spPr>
          <a:xfrm>
            <a:off x="6381634" y="4352069"/>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Marcador de texto 17">
            <a:extLst>
              <a:ext uri="{FF2B5EF4-FFF2-40B4-BE49-F238E27FC236}">
                <a16:creationId xmlns:a16="http://schemas.microsoft.com/office/drawing/2014/main" id="{0A9B66C2-3B56-D041-82B2-DD97E66997F5}"/>
              </a:ext>
            </a:extLst>
          </p:cNvPr>
          <p:cNvSpPr>
            <a:spLocks noGrp="1"/>
          </p:cNvSpPr>
          <p:nvPr>
            <p:ph type="body" sz="quarter" idx="28" hasCustomPrompt="1"/>
          </p:nvPr>
        </p:nvSpPr>
        <p:spPr>
          <a:xfrm>
            <a:off x="6381635" y="4474365"/>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3" name="Marcador de fecha 3">
            <a:extLst>
              <a:ext uri="{FF2B5EF4-FFF2-40B4-BE49-F238E27FC236}">
                <a16:creationId xmlns:a16="http://schemas.microsoft.com/office/drawing/2014/main" id="{52EAB956-DF80-0B46-BB6C-8E1730254B38}"/>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25" name="Marcador de pie de página 4">
            <a:extLst>
              <a:ext uri="{FF2B5EF4-FFF2-40B4-BE49-F238E27FC236}">
                <a16:creationId xmlns:a16="http://schemas.microsoft.com/office/drawing/2014/main" id="{597059D5-89D8-1E42-AA04-E6DA8C57411B}"/>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22" name="Marcador de texto 17">
            <a:extLst>
              <a:ext uri="{FF2B5EF4-FFF2-40B4-BE49-F238E27FC236}">
                <a16:creationId xmlns:a16="http://schemas.microsoft.com/office/drawing/2014/main" id="{B9B91909-7945-3B44-9A36-C0220DAE5CA5}"/>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26" name="Marcador de texto 17">
            <a:extLst>
              <a:ext uri="{FF2B5EF4-FFF2-40B4-BE49-F238E27FC236}">
                <a16:creationId xmlns:a16="http://schemas.microsoft.com/office/drawing/2014/main" id="{1AD48F94-4FB3-F543-998F-274ACF18FC60}"/>
              </a:ext>
            </a:extLst>
          </p:cNvPr>
          <p:cNvSpPr>
            <a:spLocks noGrp="1"/>
          </p:cNvSpPr>
          <p:nvPr>
            <p:ph type="body" sz="quarter" idx="29"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30" name="Título 1">
            <a:extLst>
              <a:ext uri="{FF2B5EF4-FFF2-40B4-BE49-F238E27FC236}">
                <a16:creationId xmlns:a16="http://schemas.microsoft.com/office/drawing/2014/main" id="{0E13EDF6-262F-E544-B4E1-49AC1F9505A5}"/>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31" name="Marcador de texto 17">
            <a:extLst>
              <a:ext uri="{FF2B5EF4-FFF2-40B4-BE49-F238E27FC236}">
                <a16:creationId xmlns:a16="http://schemas.microsoft.com/office/drawing/2014/main" id="{C51BC8BA-4F25-B24C-8CE4-B336C37896B4}"/>
              </a:ext>
            </a:extLst>
          </p:cNvPr>
          <p:cNvSpPr>
            <a:spLocks noGrp="1"/>
          </p:cNvSpPr>
          <p:nvPr>
            <p:ph type="body" sz="quarter" idx="30" hasCustomPrompt="1"/>
          </p:nvPr>
        </p:nvSpPr>
        <p:spPr>
          <a:xfrm>
            <a:off x="637032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32" name="Marcador de texto 17">
            <a:extLst>
              <a:ext uri="{FF2B5EF4-FFF2-40B4-BE49-F238E27FC236}">
                <a16:creationId xmlns:a16="http://schemas.microsoft.com/office/drawing/2014/main" id="{1AB6C488-DEDE-B04F-8163-3986668EE84A}"/>
              </a:ext>
            </a:extLst>
          </p:cNvPr>
          <p:cNvSpPr>
            <a:spLocks noGrp="1"/>
          </p:cNvSpPr>
          <p:nvPr>
            <p:ph type="body" sz="quarter" idx="31" hasCustomPrompt="1"/>
          </p:nvPr>
        </p:nvSpPr>
        <p:spPr>
          <a:xfrm>
            <a:off x="457200" y="4001259"/>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33" name="Marcador de texto 17">
            <a:extLst>
              <a:ext uri="{FF2B5EF4-FFF2-40B4-BE49-F238E27FC236}">
                <a16:creationId xmlns:a16="http://schemas.microsoft.com/office/drawing/2014/main" id="{7C5DB6C9-57E6-C04F-B520-E3E523003479}"/>
              </a:ext>
            </a:extLst>
          </p:cNvPr>
          <p:cNvSpPr>
            <a:spLocks noGrp="1"/>
          </p:cNvSpPr>
          <p:nvPr>
            <p:ph type="body" sz="quarter" idx="32" hasCustomPrompt="1"/>
          </p:nvPr>
        </p:nvSpPr>
        <p:spPr>
          <a:xfrm>
            <a:off x="6370320" y="4001259"/>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pic>
        <p:nvPicPr>
          <p:cNvPr id="27" name="Imagen 26"/>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15128167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Diapositiva texto 12">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1" name="Conector recto 20">
            <a:extLst>
              <a:ext uri="{FF2B5EF4-FFF2-40B4-BE49-F238E27FC236}">
                <a16:creationId xmlns:a16="http://schemas.microsoft.com/office/drawing/2014/main" id="{D7F03C65-9AD2-2F41-9A8B-01CD6D233731}"/>
              </a:ext>
            </a:extLst>
          </p:cNvPr>
          <p:cNvCxnSpPr>
            <a:cxnSpLocks/>
          </p:cNvCxnSpPr>
          <p:nvPr userDrawn="1"/>
        </p:nvCxnSpPr>
        <p:spPr>
          <a:xfrm>
            <a:off x="4297015"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26964"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Marcador de texto 17">
            <a:extLst>
              <a:ext uri="{FF2B5EF4-FFF2-40B4-BE49-F238E27FC236}">
                <a16:creationId xmlns:a16="http://schemas.microsoft.com/office/drawing/2014/main" id="{17EC8137-0D17-E04F-80C6-83B9EE409E42}"/>
              </a:ext>
            </a:extLst>
          </p:cNvPr>
          <p:cNvSpPr>
            <a:spLocks noGrp="1"/>
          </p:cNvSpPr>
          <p:nvPr>
            <p:ph type="body" sz="quarter" idx="22" hasCustomPrompt="1"/>
          </p:nvPr>
        </p:nvSpPr>
        <p:spPr>
          <a:xfrm>
            <a:off x="4297015"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7" name="Marcador de texto 17">
            <a:extLst>
              <a:ext uri="{FF2B5EF4-FFF2-40B4-BE49-F238E27FC236}">
                <a16:creationId xmlns:a16="http://schemas.microsoft.com/office/drawing/2014/main" id="{4EC4675B-5411-094D-A532-71264C1CF29E}"/>
              </a:ext>
            </a:extLst>
          </p:cNvPr>
          <p:cNvSpPr>
            <a:spLocks noGrp="1"/>
          </p:cNvSpPr>
          <p:nvPr>
            <p:ph type="body" sz="quarter" idx="23" hasCustomPrompt="1"/>
          </p:nvPr>
        </p:nvSpPr>
        <p:spPr>
          <a:xfrm>
            <a:off x="8126964"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6" name="Marcador de fecha 3">
            <a:extLst>
              <a:ext uri="{FF2B5EF4-FFF2-40B4-BE49-F238E27FC236}">
                <a16:creationId xmlns:a16="http://schemas.microsoft.com/office/drawing/2014/main" id="{F9AFFD61-43C9-9443-812E-C1408DFA4C8A}"/>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7" name="Marcador de pie de página 4">
            <a:extLst>
              <a:ext uri="{FF2B5EF4-FFF2-40B4-BE49-F238E27FC236}">
                <a16:creationId xmlns:a16="http://schemas.microsoft.com/office/drawing/2014/main" id="{DFAEEA35-88F3-414B-B6AA-880CD0CC66BA}"/>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15" name="Marcador de texto 17">
            <a:extLst>
              <a:ext uri="{FF2B5EF4-FFF2-40B4-BE49-F238E27FC236}">
                <a16:creationId xmlns:a16="http://schemas.microsoft.com/office/drawing/2014/main" id="{F543A0D6-52C4-DF45-B355-8938C7830A81}"/>
              </a:ext>
            </a:extLst>
          </p:cNvPr>
          <p:cNvSpPr>
            <a:spLocks noGrp="1"/>
          </p:cNvSpPr>
          <p:nvPr>
            <p:ph type="body" sz="quarter" idx="29"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2" name="Título 1">
            <a:extLst>
              <a:ext uri="{FF2B5EF4-FFF2-40B4-BE49-F238E27FC236}">
                <a16:creationId xmlns:a16="http://schemas.microsoft.com/office/drawing/2014/main" id="{30169772-27C9-B54A-BF79-AF1A1601B038}"/>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28" name="Marcador de texto 17">
            <a:extLst>
              <a:ext uri="{FF2B5EF4-FFF2-40B4-BE49-F238E27FC236}">
                <a16:creationId xmlns:a16="http://schemas.microsoft.com/office/drawing/2014/main" id="{8A4B0B98-D477-8C41-B32C-C3B206A18454}"/>
              </a:ext>
            </a:extLst>
          </p:cNvPr>
          <p:cNvSpPr>
            <a:spLocks noGrp="1"/>
          </p:cNvSpPr>
          <p:nvPr>
            <p:ph type="body" sz="quarter" idx="30" hasCustomPrompt="1"/>
          </p:nvPr>
        </p:nvSpPr>
        <p:spPr>
          <a:xfrm>
            <a:off x="457200" y="2015704"/>
            <a:ext cx="3607831"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29" name="Marcador de texto 17">
            <a:extLst>
              <a:ext uri="{FF2B5EF4-FFF2-40B4-BE49-F238E27FC236}">
                <a16:creationId xmlns:a16="http://schemas.microsoft.com/office/drawing/2014/main" id="{F90A5009-DC0F-D74D-9F6D-CCD320240E90}"/>
              </a:ext>
            </a:extLst>
          </p:cNvPr>
          <p:cNvSpPr>
            <a:spLocks noGrp="1"/>
          </p:cNvSpPr>
          <p:nvPr>
            <p:ph type="body" sz="quarter" idx="31" hasCustomPrompt="1"/>
          </p:nvPr>
        </p:nvSpPr>
        <p:spPr>
          <a:xfrm>
            <a:off x="4280263" y="2015704"/>
            <a:ext cx="3607831"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30" name="Marcador de texto 17">
            <a:extLst>
              <a:ext uri="{FF2B5EF4-FFF2-40B4-BE49-F238E27FC236}">
                <a16:creationId xmlns:a16="http://schemas.microsoft.com/office/drawing/2014/main" id="{CCEC9A9C-C7D5-D94E-89B9-605F011BCDB7}"/>
              </a:ext>
            </a:extLst>
          </p:cNvPr>
          <p:cNvSpPr>
            <a:spLocks noGrp="1"/>
          </p:cNvSpPr>
          <p:nvPr>
            <p:ph type="body" sz="quarter" idx="32" hasCustomPrompt="1"/>
          </p:nvPr>
        </p:nvSpPr>
        <p:spPr>
          <a:xfrm>
            <a:off x="8112034" y="2015704"/>
            <a:ext cx="3607831"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pic>
        <p:nvPicPr>
          <p:cNvPr id="20" name="Imagen 19"/>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259298840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iapositiva texto 13">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4DA9A7E7-64B1-8545-B861-9BE7E4C1E090}"/>
              </a:ext>
            </a:extLst>
          </p:cNvPr>
          <p:cNvPicPr>
            <a:picLocks noChangeAspect="1"/>
          </p:cNvPicPr>
          <p:nvPr userDrawn="1"/>
        </p:nvPicPr>
        <p:blipFill>
          <a:blip r:embed="rId2"/>
          <a:srcRect/>
          <a:stretch/>
        </p:blipFill>
        <p:spPr>
          <a:xfrm>
            <a:off x="274315" y="236654"/>
            <a:ext cx="934732" cy="460964"/>
          </a:xfrm>
          <a:prstGeom prst="rect">
            <a:avLst/>
          </a:prstGeom>
        </p:spPr>
      </p:pic>
      <p:sp>
        <p:nvSpPr>
          <p:cNvPr id="11" name="Marcador de texto 17">
            <a:extLst>
              <a:ext uri="{FF2B5EF4-FFF2-40B4-BE49-F238E27FC236}">
                <a16:creationId xmlns:a16="http://schemas.microsoft.com/office/drawing/2014/main" id="{92DB7BEB-AAF2-2D43-9F99-5221469F9E6C}"/>
              </a:ext>
            </a:extLst>
          </p:cNvPr>
          <p:cNvSpPr>
            <a:spLocks noGrp="1"/>
          </p:cNvSpPr>
          <p:nvPr>
            <p:ph type="body" sz="quarter" idx="11" hasCustomPrompt="1"/>
          </p:nvPr>
        </p:nvSpPr>
        <p:spPr>
          <a:xfrm>
            <a:off x="457198" y="4318837"/>
            <a:ext cx="11277602" cy="1522121"/>
          </a:xfrm>
          <a:prstGeom prst="rect">
            <a:avLst/>
          </a:prstGeom>
          <a:solidFill>
            <a:schemeClr val="tx2"/>
          </a:solidFill>
        </p:spPr>
        <p:txBody>
          <a:bodyPr lIns="108000" tIns="288000" rIns="108000" bIns="108000">
            <a:noAutofit/>
          </a:bodyPr>
          <a:lstStyle>
            <a:lvl1pPr marL="0" indent="0" algn="ctr">
              <a:lnSpc>
                <a:spcPct val="100000"/>
              </a:lnSpc>
              <a:spcBef>
                <a:spcPts val="0"/>
              </a:spcBef>
              <a:spcAft>
                <a:spcPts val="0"/>
              </a:spcAft>
              <a:buFontTx/>
              <a:buNone/>
              <a:defRPr sz="1800">
                <a:solidFill>
                  <a:schemeClr val="bg2"/>
                </a:solidFill>
              </a:defRPr>
            </a:lvl1pPr>
          </a:lstStyle>
          <a:p>
            <a:pPr lvl="0"/>
            <a:r>
              <a:rPr lang="es-ES" dirty="0"/>
              <a:t>Texto destacado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1" name="Conector recto 20">
            <a:extLst>
              <a:ext uri="{FF2B5EF4-FFF2-40B4-BE49-F238E27FC236}">
                <a16:creationId xmlns:a16="http://schemas.microsoft.com/office/drawing/2014/main" id="{D7F03C65-9AD2-2F41-9A8B-01CD6D233731}"/>
              </a:ext>
            </a:extLst>
          </p:cNvPr>
          <p:cNvCxnSpPr>
            <a:cxnSpLocks/>
          </p:cNvCxnSpPr>
          <p:nvPr userDrawn="1"/>
        </p:nvCxnSpPr>
        <p:spPr>
          <a:xfrm>
            <a:off x="4297015"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26964"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Marcador de texto 17">
            <a:extLst>
              <a:ext uri="{FF2B5EF4-FFF2-40B4-BE49-F238E27FC236}">
                <a16:creationId xmlns:a16="http://schemas.microsoft.com/office/drawing/2014/main" id="{17EC8137-0D17-E04F-80C6-83B9EE409E42}"/>
              </a:ext>
            </a:extLst>
          </p:cNvPr>
          <p:cNvSpPr>
            <a:spLocks noGrp="1"/>
          </p:cNvSpPr>
          <p:nvPr>
            <p:ph type="body" sz="quarter" idx="22" hasCustomPrompt="1"/>
          </p:nvPr>
        </p:nvSpPr>
        <p:spPr>
          <a:xfrm>
            <a:off x="4297015"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7" name="Marcador de texto 17">
            <a:extLst>
              <a:ext uri="{FF2B5EF4-FFF2-40B4-BE49-F238E27FC236}">
                <a16:creationId xmlns:a16="http://schemas.microsoft.com/office/drawing/2014/main" id="{4EC4675B-5411-094D-A532-71264C1CF29E}"/>
              </a:ext>
            </a:extLst>
          </p:cNvPr>
          <p:cNvSpPr>
            <a:spLocks noGrp="1"/>
          </p:cNvSpPr>
          <p:nvPr>
            <p:ph type="body" sz="quarter" idx="23" hasCustomPrompt="1"/>
          </p:nvPr>
        </p:nvSpPr>
        <p:spPr>
          <a:xfrm>
            <a:off x="8126964"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6" name="Marcador de fecha 3">
            <a:extLst>
              <a:ext uri="{FF2B5EF4-FFF2-40B4-BE49-F238E27FC236}">
                <a16:creationId xmlns:a16="http://schemas.microsoft.com/office/drawing/2014/main" id="{F9AFFD61-43C9-9443-812E-C1408DFA4C8A}"/>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7" name="Marcador de pie de página 4">
            <a:extLst>
              <a:ext uri="{FF2B5EF4-FFF2-40B4-BE49-F238E27FC236}">
                <a16:creationId xmlns:a16="http://schemas.microsoft.com/office/drawing/2014/main" id="{DFAEEA35-88F3-414B-B6AA-880CD0CC66BA}"/>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22" name="Marcador de texto 17">
            <a:extLst>
              <a:ext uri="{FF2B5EF4-FFF2-40B4-BE49-F238E27FC236}">
                <a16:creationId xmlns:a16="http://schemas.microsoft.com/office/drawing/2014/main" id="{E5FDE899-0EC9-E74A-AEE3-A0B124943A86}"/>
              </a:ext>
            </a:extLst>
          </p:cNvPr>
          <p:cNvSpPr>
            <a:spLocks noGrp="1"/>
          </p:cNvSpPr>
          <p:nvPr>
            <p:ph type="body" sz="quarter" idx="29"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8" name="Título 1">
            <a:extLst>
              <a:ext uri="{FF2B5EF4-FFF2-40B4-BE49-F238E27FC236}">
                <a16:creationId xmlns:a16="http://schemas.microsoft.com/office/drawing/2014/main" id="{B85D7984-001E-F64C-B6BC-0FDC4F662440}"/>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29" name="Marcador de texto 17">
            <a:extLst>
              <a:ext uri="{FF2B5EF4-FFF2-40B4-BE49-F238E27FC236}">
                <a16:creationId xmlns:a16="http://schemas.microsoft.com/office/drawing/2014/main" id="{1EDF824D-9D5E-1844-A036-463C0AE07169}"/>
              </a:ext>
            </a:extLst>
          </p:cNvPr>
          <p:cNvSpPr>
            <a:spLocks noGrp="1"/>
          </p:cNvSpPr>
          <p:nvPr>
            <p:ph type="body" sz="quarter" idx="30" hasCustomPrompt="1"/>
          </p:nvPr>
        </p:nvSpPr>
        <p:spPr>
          <a:xfrm>
            <a:off x="457200" y="2015704"/>
            <a:ext cx="3607831"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30" name="Marcador de texto 17">
            <a:extLst>
              <a:ext uri="{FF2B5EF4-FFF2-40B4-BE49-F238E27FC236}">
                <a16:creationId xmlns:a16="http://schemas.microsoft.com/office/drawing/2014/main" id="{106C6299-C267-2140-A6C7-163D6A1A0201}"/>
              </a:ext>
            </a:extLst>
          </p:cNvPr>
          <p:cNvSpPr>
            <a:spLocks noGrp="1"/>
          </p:cNvSpPr>
          <p:nvPr>
            <p:ph type="body" sz="quarter" idx="31" hasCustomPrompt="1"/>
          </p:nvPr>
        </p:nvSpPr>
        <p:spPr>
          <a:xfrm>
            <a:off x="4280263" y="2015704"/>
            <a:ext cx="3607831"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31" name="Marcador de texto 17">
            <a:extLst>
              <a:ext uri="{FF2B5EF4-FFF2-40B4-BE49-F238E27FC236}">
                <a16:creationId xmlns:a16="http://schemas.microsoft.com/office/drawing/2014/main" id="{8F558BC5-0CAE-E343-BD67-4976DF859E7E}"/>
              </a:ext>
            </a:extLst>
          </p:cNvPr>
          <p:cNvSpPr>
            <a:spLocks noGrp="1"/>
          </p:cNvSpPr>
          <p:nvPr>
            <p:ph type="body" sz="quarter" idx="32" hasCustomPrompt="1"/>
          </p:nvPr>
        </p:nvSpPr>
        <p:spPr>
          <a:xfrm>
            <a:off x="8112034" y="2015704"/>
            <a:ext cx="3607831"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Tree>
    <p:extLst>
      <p:ext uri="{BB962C8B-B14F-4D97-AF65-F5344CB8AC3E}">
        <p14:creationId xmlns:p14="http://schemas.microsoft.com/office/powerpoint/2010/main" val="357777684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iapositiva texto 14">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1667644"/>
            <a:ext cx="5353165" cy="430887"/>
          </a:xfrm>
          <a:prstGeom prst="rect">
            <a:avLst/>
          </a:prstGeom>
          <a:noFill/>
          <a:ln>
            <a:noFill/>
          </a:ln>
        </p:spPr>
        <p:txBody>
          <a:bodyPr wrap="square" lIns="0" tIns="0" rIns="0" bIns="0">
            <a:spAutoFit/>
          </a:bodyPr>
          <a:lstStyle>
            <a:lvl1pPr marL="0" indent="0" algn="ctr">
              <a:lnSpc>
                <a:spcPct val="100000"/>
              </a:lnSpc>
              <a:spcBef>
                <a:spcPts val="0"/>
              </a:spcBef>
              <a:spcAft>
                <a:spcPts val="80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7" name="Marcador de texto 17">
            <a:extLst>
              <a:ext uri="{FF2B5EF4-FFF2-40B4-BE49-F238E27FC236}">
                <a16:creationId xmlns:a16="http://schemas.microsoft.com/office/drawing/2014/main" id="{C82F9F07-5DF4-E74C-B3FF-CE45CB036AC2}"/>
              </a:ext>
            </a:extLst>
          </p:cNvPr>
          <p:cNvSpPr>
            <a:spLocks noGrp="1"/>
          </p:cNvSpPr>
          <p:nvPr>
            <p:ph type="body" sz="quarter" idx="23" hasCustomPrompt="1"/>
          </p:nvPr>
        </p:nvSpPr>
        <p:spPr>
          <a:xfrm>
            <a:off x="6381635" y="1667643"/>
            <a:ext cx="53531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8" name="Conector recto 27">
            <a:extLst>
              <a:ext uri="{FF2B5EF4-FFF2-40B4-BE49-F238E27FC236}">
                <a16:creationId xmlns:a16="http://schemas.microsoft.com/office/drawing/2014/main" id="{CD95FC94-5C79-7F45-AE1C-CFE664EF09A1}"/>
              </a:ext>
            </a:extLst>
          </p:cNvPr>
          <p:cNvCxnSpPr>
            <a:cxnSpLocks/>
          </p:cNvCxnSpPr>
          <p:nvPr userDrawn="1"/>
        </p:nvCxnSpPr>
        <p:spPr>
          <a:xfrm>
            <a:off x="6381634"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36834"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Marcador de texto 17">
            <a:extLst>
              <a:ext uri="{FF2B5EF4-FFF2-40B4-BE49-F238E27FC236}">
                <a16:creationId xmlns:a16="http://schemas.microsoft.com/office/drawing/2014/main" id="{282BE2A9-EB3C-EB41-BBCA-677F660BAECB}"/>
              </a:ext>
            </a:extLst>
          </p:cNvPr>
          <p:cNvSpPr>
            <a:spLocks noGrp="1"/>
          </p:cNvSpPr>
          <p:nvPr>
            <p:ph type="body" sz="quarter" idx="24" hasCustomPrompt="1"/>
          </p:nvPr>
        </p:nvSpPr>
        <p:spPr>
          <a:xfrm>
            <a:off x="6381635" y="2458952"/>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5" name="Marcador de fecha 3">
            <a:extLst>
              <a:ext uri="{FF2B5EF4-FFF2-40B4-BE49-F238E27FC236}">
                <a16:creationId xmlns:a16="http://schemas.microsoft.com/office/drawing/2014/main" id="{F409EA6C-1B2A-F340-96FC-D3EE45564FDF}"/>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6" name="Marcador de pie de página 4">
            <a:extLst>
              <a:ext uri="{FF2B5EF4-FFF2-40B4-BE49-F238E27FC236}">
                <a16:creationId xmlns:a16="http://schemas.microsoft.com/office/drawing/2014/main" id="{4E7F4A7E-A4E3-E848-893B-34DF5DD33923}"/>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17" name="Título 1">
            <a:extLst>
              <a:ext uri="{FF2B5EF4-FFF2-40B4-BE49-F238E27FC236}">
                <a16:creationId xmlns:a16="http://schemas.microsoft.com/office/drawing/2014/main" id="{8B5CF851-ACD7-2E4C-948C-100F121EB976}"/>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3" name="Imagen 12"/>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23956979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iapositiva texto 15">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1667644"/>
            <a:ext cx="53531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7" name="Marcador de texto 17">
            <a:extLst>
              <a:ext uri="{FF2B5EF4-FFF2-40B4-BE49-F238E27FC236}">
                <a16:creationId xmlns:a16="http://schemas.microsoft.com/office/drawing/2014/main" id="{C82F9F07-5DF4-E74C-B3FF-CE45CB036AC2}"/>
              </a:ext>
            </a:extLst>
          </p:cNvPr>
          <p:cNvSpPr>
            <a:spLocks noGrp="1"/>
          </p:cNvSpPr>
          <p:nvPr>
            <p:ph type="body" sz="quarter" idx="23" hasCustomPrompt="1"/>
          </p:nvPr>
        </p:nvSpPr>
        <p:spPr>
          <a:xfrm>
            <a:off x="6381635" y="1667643"/>
            <a:ext cx="53531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8" name="Conector recto 27">
            <a:extLst>
              <a:ext uri="{FF2B5EF4-FFF2-40B4-BE49-F238E27FC236}">
                <a16:creationId xmlns:a16="http://schemas.microsoft.com/office/drawing/2014/main" id="{CD95FC94-5C79-7F45-AE1C-CFE664EF09A1}"/>
              </a:ext>
            </a:extLst>
          </p:cNvPr>
          <p:cNvCxnSpPr>
            <a:cxnSpLocks/>
          </p:cNvCxnSpPr>
          <p:nvPr userDrawn="1"/>
        </p:nvCxnSpPr>
        <p:spPr>
          <a:xfrm>
            <a:off x="6381634"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36834"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Marcador de texto 17">
            <a:extLst>
              <a:ext uri="{FF2B5EF4-FFF2-40B4-BE49-F238E27FC236}">
                <a16:creationId xmlns:a16="http://schemas.microsoft.com/office/drawing/2014/main" id="{282BE2A9-EB3C-EB41-BBCA-677F660BAECB}"/>
              </a:ext>
            </a:extLst>
          </p:cNvPr>
          <p:cNvSpPr>
            <a:spLocks noGrp="1"/>
          </p:cNvSpPr>
          <p:nvPr>
            <p:ph type="body" sz="quarter" idx="24" hasCustomPrompt="1"/>
          </p:nvPr>
        </p:nvSpPr>
        <p:spPr>
          <a:xfrm>
            <a:off x="6381635" y="2458952"/>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3" name="Marcador de texto 17">
            <a:extLst>
              <a:ext uri="{FF2B5EF4-FFF2-40B4-BE49-F238E27FC236}">
                <a16:creationId xmlns:a16="http://schemas.microsoft.com/office/drawing/2014/main" id="{389C9C35-DF70-254F-B31E-F94CEF1E52C9}"/>
              </a:ext>
            </a:extLst>
          </p:cNvPr>
          <p:cNvSpPr>
            <a:spLocks noGrp="1"/>
          </p:cNvSpPr>
          <p:nvPr>
            <p:ph type="body" sz="quarter" idx="25" hasCustomPrompt="1"/>
          </p:nvPr>
        </p:nvSpPr>
        <p:spPr>
          <a:xfrm>
            <a:off x="457200" y="3683057"/>
            <a:ext cx="53531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14" name="Conector recto 13">
            <a:extLst>
              <a:ext uri="{FF2B5EF4-FFF2-40B4-BE49-F238E27FC236}">
                <a16:creationId xmlns:a16="http://schemas.microsoft.com/office/drawing/2014/main" id="{67E3E314-0DF8-8544-B221-5A10C7BFA626}"/>
              </a:ext>
            </a:extLst>
          </p:cNvPr>
          <p:cNvCxnSpPr>
            <a:cxnSpLocks/>
          </p:cNvCxnSpPr>
          <p:nvPr userDrawn="1"/>
        </p:nvCxnSpPr>
        <p:spPr>
          <a:xfrm>
            <a:off x="457200" y="4352069"/>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Marcador de texto 17">
            <a:extLst>
              <a:ext uri="{FF2B5EF4-FFF2-40B4-BE49-F238E27FC236}">
                <a16:creationId xmlns:a16="http://schemas.microsoft.com/office/drawing/2014/main" id="{FA9BD15D-26C7-8846-A9E0-324553504A61}"/>
              </a:ext>
            </a:extLst>
          </p:cNvPr>
          <p:cNvSpPr>
            <a:spLocks noGrp="1"/>
          </p:cNvSpPr>
          <p:nvPr>
            <p:ph type="body" sz="quarter" idx="26" hasCustomPrompt="1"/>
          </p:nvPr>
        </p:nvSpPr>
        <p:spPr>
          <a:xfrm>
            <a:off x="457200" y="4474365"/>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6" name="Marcador de texto 17">
            <a:extLst>
              <a:ext uri="{FF2B5EF4-FFF2-40B4-BE49-F238E27FC236}">
                <a16:creationId xmlns:a16="http://schemas.microsoft.com/office/drawing/2014/main" id="{2ACA25AE-B06B-1C4A-8836-CAD1B5EFA9C4}"/>
              </a:ext>
            </a:extLst>
          </p:cNvPr>
          <p:cNvSpPr>
            <a:spLocks noGrp="1"/>
          </p:cNvSpPr>
          <p:nvPr>
            <p:ph type="body" sz="quarter" idx="27" hasCustomPrompt="1"/>
          </p:nvPr>
        </p:nvSpPr>
        <p:spPr>
          <a:xfrm>
            <a:off x="6381635" y="3683056"/>
            <a:ext cx="53531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17" name="Conector recto 16">
            <a:extLst>
              <a:ext uri="{FF2B5EF4-FFF2-40B4-BE49-F238E27FC236}">
                <a16:creationId xmlns:a16="http://schemas.microsoft.com/office/drawing/2014/main" id="{53DF34E1-D262-A24E-887D-9DB75329D8F8}"/>
              </a:ext>
            </a:extLst>
          </p:cNvPr>
          <p:cNvCxnSpPr>
            <a:cxnSpLocks/>
          </p:cNvCxnSpPr>
          <p:nvPr userDrawn="1"/>
        </p:nvCxnSpPr>
        <p:spPr>
          <a:xfrm>
            <a:off x="6381634" y="4352069"/>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Marcador de texto 17">
            <a:extLst>
              <a:ext uri="{FF2B5EF4-FFF2-40B4-BE49-F238E27FC236}">
                <a16:creationId xmlns:a16="http://schemas.microsoft.com/office/drawing/2014/main" id="{0A9B66C2-3B56-D041-82B2-DD97E66997F5}"/>
              </a:ext>
            </a:extLst>
          </p:cNvPr>
          <p:cNvSpPr>
            <a:spLocks noGrp="1"/>
          </p:cNvSpPr>
          <p:nvPr>
            <p:ph type="body" sz="quarter" idx="28" hasCustomPrompt="1"/>
          </p:nvPr>
        </p:nvSpPr>
        <p:spPr>
          <a:xfrm>
            <a:off x="6381635" y="4474365"/>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3" name="Marcador de fecha 3">
            <a:extLst>
              <a:ext uri="{FF2B5EF4-FFF2-40B4-BE49-F238E27FC236}">
                <a16:creationId xmlns:a16="http://schemas.microsoft.com/office/drawing/2014/main" id="{52EAB956-DF80-0B46-BB6C-8E1730254B38}"/>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25" name="Marcador de pie de página 4">
            <a:extLst>
              <a:ext uri="{FF2B5EF4-FFF2-40B4-BE49-F238E27FC236}">
                <a16:creationId xmlns:a16="http://schemas.microsoft.com/office/drawing/2014/main" id="{597059D5-89D8-1E42-AA04-E6DA8C57411B}"/>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21" name="Título 1">
            <a:extLst>
              <a:ext uri="{FF2B5EF4-FFF2-40B4-BE49-F238E27FC236}">
                <a16:creationId xmlns:a16="http://schemas.microsoft.com/office/drawing/2014/main" id="{34DAB769-83B8-6643-BFE6-258E7518D515}"/>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22" name="Imagen 21"/>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261706150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apositiva texto 16">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0" name="Marcador de texto 17">
            <a:extLst>
              <a:ext uri="{FF2B5EF4-FFF2-40B4-BE49-F238E27FC236}">
                <a16:creationId xmlns:a16="http://schemas.microsoft.com/office/drawing/2014/main" id="{70825632-C58B-FC45-BE47-34291A3F1AD9}"/>
              </a:ext>
            </a:extLst>
          </p:cNvPr>
          <p:cNvSpPr>
            <a:spLocks noGrp="1"/>
          </p:cNvSpPr>
          <p:nvPr>
            <p:ph type="body" sz="quarter" idx="19" hasCustomPrompt="1"/>
          </p:nvPr>
        </p:nvSpPr>
        <p:spPr>
          <a:xfrm>
            <a:off x="4297015"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1" name="Conector recto 20">
            <a:extLst>
              <a:ext uri="{FF2B5EF4-FFF2-40B4-BE49-F238E27FC236}">
                <a16:creationId xmlns:a16="http://schemas.microsoft.com/office/drawing/2014/main" id="{D7F03C65-9AD2-2F41-9A8B-01CD6D233731}"/>
              </a:ext>
            </a:extLst>
          </p:cNvPr>
          <p:cNvCxnSpPr>
            <a:cxnSpLocks/>
          </p:cNvCxnSpPr>
          <p:nvPr userDrawn="1"/>
        </p:nvCxnSpPr>
        <p:spPr>
          <a:xfrm>
            <a:off x="4297015"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Marcador de texto 17">
            <a:extLst>
              <a:ext uri="{FF2B5EF4-FFF2-40B4-BE49-F238E27FC236}">
                <a16:creationId xmlns:a16="http://schemas.microsoft.com/office/drawing/2014/main" id="{870936B8-E2BF-E240-9296-E02A6216086C}"/>
              </a:ext>
            </a:extLst>
          </p:cNvPr>
          <p:cNvSpPr>
            <a:spLocks noGrp="1"/>
          </p:cNvSpPr>
          <p:nvPr>
            <p:ph type="body" sz="quarter" idx="21" hasCustomPrompt="1"/>
          </p:nvPr>
        </p:nvSpPr>
        <p:spPr>
          <a:xfrm>
            <a:off x="8126964"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26964"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Marcador de texto 17">
            <a:extLst>
              <a:ext uri="{FF2B5EF4-FFF2-40B4-BE49-F238E27FC236}">
                <a16:creationId xmlns:a16="http://schemas.microsoft.com/office/drawing/2014/main" id="{17EC8137-0D17-E04F-80C6-83B9EE409E42}"/>
              </a:ext>
            </a:extLst>
          </p:cNvPr>
          <p:cNvSpPr>
            <a:spLocks noGrp="1"/>
          </p:cNvSpPr>
          <p:nvPr>
            <p:ph type="body" sz="quarter" idx="22" hasCustomPrompt="1"/>
          </p:nvPr>
        </p:nvSpPr>
        <p:spPr>
          <a:xfrm>
            <a:off x="4297015"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7" name="Marcador de texto 17">
            <a:extLst>
              <a:ext uri="{FF2B5EF4-FFF2-40B4-BE49-F238E27FC236}">
                <a16:creationId xmlns:a16="http://schemas.microsoft.com/office/drawing/2014/main" id="{4EC4675B-5411-094D-A532-71264C1CF29E}"/>
              </a:ext>
            </a:extLst>
          </p:cNvPr>
          <p:cNvSpPr>
            <a:spLocks noGrp="1"/>
          </p:cNvSpPr>
          <p:nvPr>
            <p:ph type="body" sz="quarter" idx="23" hasCustomPrompt="1"/>
          </p:nvPr>
        </p:nvSpPr>
        <p:spPr>
          <a:xfrm>
            <a:off x="8126964"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6" name="Marcador de fecha 3">
            <a:extLst>
              <a:ext uri="{FF2B5EF4-FFF2-40B4-BE49-F238E27FC236}">
                <a16:creationId xmlns:a16="http://schemas.microsoft.com/office/drawing/2014/main" id="{F9AFFD61-43C9-9443-812E-C1408DFA4C8A}"/>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7" name="Marcador de pie de página 4">
            <a:extLst>
              <a:ext uri="{FF2B5EF4-FFF2-40B4-BE49-F238E27FC236}">
                <a16:creationId xmlns:a16="http://schemas.microsoft.com/office/drawing/2014/main" id="{DFAEEA35-88F3-414B-B6AA-880CD0CC66BA}"/>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25" name="Título 1">
            <a:extLst>
              <a:ext uri="{FF2B5EF4-FFF2-40B4-BE49-F238E27FC236}">
                <a16:creationId xmlns:a16="http://schemas.microsoft.com/office/drawing/2014/main" id="{80D0D404-913C-3F4B-8524-6910D73468C1}"/>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5" name="Imagen 14"/>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106274897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iapositiva texto 17">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1" name="Marcador de texto 17">
            <a:extLst>
              <a:ext uri="{FF2B5EF4-FFF2-40B4-BE49-F238E27FC236}">
                <a16:creationId xmlns:a16="http://schemas.microsoft.com/office/drawing/2014/main" id="{92DB7BEB-AAF2-2D43-9F99-5221469F9E6C}"/>
              </a:ext>
            </a:extLst>
          </p:cNvPr>
          <p:cNvSpPr>
            <a:spLocks noGrp="1"/>
          </p:cNvSpPr>
          <p:nvPr>
            <p:ph type="body" sz="quarter" idx="11" hasCustomPrompt="1"/>
          </p:nvPr>
        </p:nvSpPr>
        <p:spPr>
          <a:xfrm>
            <a:off x="457198" y="4318837"/>
            <a:ext cx="11277602" cy="1522121"/>
          </a:xfrm>
          <a:prstGeom prst="rect">
            <a:avLst/>
          </a:prstGeom>
          <a:solidFill>
            <a:schemeClr val="tx2"/>
          </a:solidFill>
        </p:spPr>
        <p:txBody>
          <a:bodyPr lIns="108000" tIns="288000" rIns="108000" bIns="108000">
            <a:noAutofit/>
          </a:bodyPr>
          <a:lstStyle>
            <a:lvl1pPr marL="0" indent="0" algn="ctr">
              <a:lnSpc>
                <a:spcPct val="100000"/>
              </a:lnSpc>
              <a:spcBef>
                <a:spcPts val="0"/>
              </a:spcBef>
              <a:spcAft>
                <a:spcPts val="0"/>
              </a:spcAft>
              <a:buFontTx/>
              <a:buNone/>
              <a:defRPr sz="1800">
                <a:solidFill>
                  <a:schemeClr val="bg2"/>
                </a:solidFill>
              </a:defRPr>
            </a:lvl1pPr>
          </a:lstStyle>
          <a:p>
            <a:pPr lvl="0"/>
            <a:r>
              <a:rPr lang="es-ES" dirty="0"/>
              <a:t>Texto destacado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0" name="Marcador de texto 17">
            <a:extLst>
              <a:ext uri="{FF2B5EF4-FFF2-40B4-BE49-F238E27FC236}">
                <a16:creationId xmlns:a16="http://schemas.microsoft.com/office/drawing/2014/main" id="{70825632-C58B-FC45-BE47-34291A3F1AD9}"/>
              </a:ext>
            </a:extLst>
          </p:cNvPr>
          <p:cNvSpPr>
            <a:spLocks noGrp="1"/>
          </p:cNvSpPr>
          <p:nvPr>
            <p:ph type="body" sz="quarter" idx="19" hasCustomPrompt="1"/>
          </p:nvPr>
        </p:nvSpPr>
        <p:spPr>
          <a:xfrm>
            <a:off x="4297015"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1" name="Conector recto 20">
            <a:extLst>
              <a:ext uri="{FF2B5EF4-FFF2-40B4-BE49-F238E27FC236}">
                <a16:creationId xmlns:a16="http://schemas.microsoft.com/office/drawing/2014/main" id="{D7F03C65-9AD2-2F41-9A8B-01CD6D233731}"/>
              </a:ext>
            </a:extLst>
          </p:cNvPr>
          <p:cNvCxnSpPr>
            <a:cxnSpLocks/>
          </p:cNvCxnSpPr>
          <p:nvPr userDrawn="1"/>
        </p:nvCxnSpPr>
        <p:spPr>
          <a:xfrm>
            <a:off x="4297015"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Marcador de texto 17">
            <a:extLst>
              <a:ext uri="{FF2B5EF4-FFF2-40B4-BE49-F238E27FC236}">
                <a16:creationId xmlns:a16="http://schemas.microsoft.com/office/drawing/2014/main" id="{870936B8-E2BF-E240-9296-E02A6216086C}"/>
              </a:ext>
            </a:extLst>
          </p:cNvPr>
          <p:cNvSpPr>
            <a:spLocks noGrp="1"/>
          </p:cNvSpPr>
          <p:nvPr>
            <p:ph type="body" sz="quarter" idx="21" hasCustomPrompt="1"/>
          </p:nvPr>
        </p:nvSpPr>
        <p:spPr>
          <a:xfrm>
            <a:off x="8126964"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26964"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Marcador de texto 17">
            <a:extLst>
              <a:ext uri="{FF2B5EF4-FFF2-40B4-BE49-F238E27FC236}">
                <a16:creationId xmlns:a16="http://schemas.microsoft.com/office/drawing/2014/main" id="{17EC8137-0D17-E04F-80C6-83B9EE409E42}"/>
              </a:ext>
            </a:extLst>
          </p:cNvPr>
          <p:cNvSpPr>
            <a:spLocks noGrp="1"/>
          </p:cNvSpPr>
          <p:nvPr>
            <p:ph type="body" sz="quarter" idx="22" hasCustomPrompt="1"/>
          </p:nvPr>
        </p:nvSpPr>
        <p:spPr>
          <a:xfrm>
            <a:off x="4297015"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7" name="Marcador de texto 17">
            <a:extLst>
              <a:ext uri="{FF2B5EF4-FFF2-40B4-BE49-F238E27FC236}">
                <a16:creationId xmlns:a16="http://schemas.microsoft.com/office/drawing/2014/main" id="{4EC4675B-5411-094D-A532-71264C1CF29E}"/>
              </a:ext>
            </a:extLst>
          </p:cNvPr>
          <p:cNvSpPr>
            <a:spLocks noGrp="1"/>
          </p:cNvSpPr>
          <p:nvPr>
            <p:ph type="body" sz="quarter" idx="23" hasCustomPrompt="1"/>
          </p:nvPr>
        </p:nvSpPr>
        <p:spPr>
          <a:xfrm>
            <a:off x="8126964"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6" name="Marcador de fecha 3">
            <a:extLst>
              <a:ext uri="{FF2B5EF4-FFF2-40B4-BE49-F238E27FC236}">
                <a16:creationId xmlns:a16="http://schemas.microsoft.com/office/drawing/2014/main" id="{F9AFFD61-43C9-9443-812E-C1408DFA4C8A}"/>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7" name="Marcador de pie de página 4">
            <a:extLst>
              <a:ext uri="{FF2B5EF4-FFF2-40B4-BE49-F238E27FC236}">
                <a16:creationId xmlns:a16="http://schemas.microsoft.com/office/drawing/2014/main" id="{DFAEEA35-88F3-414B-B6AA-880CD0CC66BA}"/>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25" name="Título 1">
            <a:extLst>
              <a:ext uri="{FF2B5EF4-FFF2-40B4-BE49-F238E27FC236}">
                <a16:creationId xmlns:a16="http://schemas.microsoft.com/office/drawing/2014/main" id="{80D0D404-913C-3F4B-8524-6910D73468C1}"/>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22" name="Imagen 21"/>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40195722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iapositiva texto 18">
    <p:spTree>
      <p:nvGrpSpPr>
        <p:cNvPr id="1" name=""/>
        <p:cNvGrpSpPr/>
        <p:nvPr/>
      </p:nvGrpSpPr>
      <p:grpSpPr>
        <a:xfrm>
          <a:off x="0" y="0"/>
          <a:ext cx="0" cy="0"/>
          <a:chOff x="0" y="0"/>
          <a:chExt cx="0" cy="0"/>
        </a:xfrm>
      </p:grpSpPr>
      <p:sp>
        <p:nvSpPr>
          <p:cNvPr id="24" name="Rectángulo 23">
            <a:extLst>
              <a:ext uri="{FF2B5EF4-FFF2-40B4-BE49-F238E27FC236}">
                <a16:creationId xmlns:a16="http://schemas.microsoft.com/office/drawing/2014/main" id="{A4F0C281-4090-184D-82B8-C20A75B956E0}"/>
              </a:ext>
            </a:extLst>
          </p:cNvPr>
          <p:cNvSpPr/>
          <p:nvPr userDrawn="1"/>
        </p:nvSpPr>
        <p:spPr>
          <a:xfrm>
            <a:off x="0" y="0"/>
            <a:ext cx="12192000" cy="25841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Marcador de texto 20">
            <a:extLst>
              <a:ext uri="{FF2B5EF4-FFF2-40B4-BE49-F238E27FC236}">
                <a16:creationId xmlns:a16="http://schemas.microsoft.com/office/drawing/2014/main" id="{87BA17AA-8C00-7145-92FE-6D329633EC34}"/>
              </a:ext>
            </a:extLst>
          </p:cNvPr>
          <p:cNvSpPr>
            <a:spLocks noGrp="1"/>
          </p:cNvSpPr>
          <p:nvPr>
            <p:ph type="body" sz="quarter" idx="11" hasCustomPrompt="1"/>
          </p:nvPr>
        </p:nvSpPr>
        <p:spPr>
          <a:xfrm>
            <a:off x="457199" y="6099996"/>
            <a:ext cx="2997200" cy="123111"/>
          </a:xfrm>
          <a:prstGeom prst="rect">
            <a:avLst/>
          </a:prstGeom>
        </p:spPr>
        <p:txBody>
          <a:bodyPr lIns="0" tIns="0" rIns="0" bIns="0">
            <a:spAutoFit/>
          </a:bodyPr>
          <a:lstStyle>
            <a:lvl1pPr marL="0" indent="0">
              <a:lnSpc>
                <a:spcPct val="100000"/>
              </a:lnSpc>
              <a:spcBef>
                <a:spcPts val="0"/>
              </a:spcBef>
              <a:buFontTx/>
              <a:buNone/>
              <a:defRPr sz="800" b="0" i="1">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28" name="Marcador de fecha 3">
            <a:extLst>
              <a:ext uri="{FF2B5EF4-FFF2-40B4-BE49-F238E27FC236}">
                <a16:creationId xmlns:a16="http://schemas.microsoft.com/office/drawing/2014/main" id="{BD4EA232-9E7D-B843-A017-2FC3250BEBD5}"/>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29" name="Marcador de pie de página 4">
            <a:extLst>
              <a:ext uri="{FF2B5EF4-FFF2-40B4-BE49-F238E27FC236}">
                <a16:creationId xmlns:a16="http://schemas.microsoft.com/office/drawing/2014/main" id="{95FB20AF-0EF8-F14C-B394-A616BB04B5F4}"/>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12" name="Marcador de texto 17">
            <a:extLst>
              <a:ext uri="{FF2B5EF4-FFF2-40B4-BE49-F238E27FC236}">
                <a16:creationId xmlns:a16="http://schemas.microsoft.com/office/drawing/2014/main" id="{99570621-6DDB-DE48-8BDE-3B6D4C4CED37}"/>
              </a:ext>
            </a:extLst>
          </p:cNvPr>
          <p:cNvSpPr>
            <a:spLocks noGrp="1"/>
          </p:cNvSpPr>
          <p:nvPr>
            <p:ph type="body" sz="quarter" idx="29"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bg1"/>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3" name="Título 1">
            <a:extLst>
              <a:ext uri="{FF2B5EF4-FFF2-40B4-BE49-F238E27FC236}">
                <a16:creationId xmlns:a16="http://schemas.microsoft.com/office/drawing/2014/main" id="{77426D86-1AE9-8D4F-B087-98657905DBC3}"/>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bg1"/>
                </a:solidFill>
                <a:latin typeface="+mn-lt"/>
              </a:defRPr>
            </a:lvl1pPr>
          </a:lstStyle>
          <a:p>
            <a:r>
              <a:rPr lang="es-ES" dirty="0"/>
              <a:t>Título diapositiva</a:t>
            </a:r>
          </a:p>
        </p:txBody>
      </p:sp>
      <p:sp>
        <p:nvSpPr>
          <p:cNvPr id="15" name="Marcador de texto 17">
            <a:extLst>
              <a:ext uri="{FF2B5EF4-FFF2-40B4-BE49-F238E27FC236}">
                <a16:creationId xmlns:a16="http://schemas.microsoft.com/office/drawing/2014/main" id="{48AC5C2D-2ABE-444E-8E17-5360171F0209}"/>
              </a:ext>
            </a:extLst>
          </p:cNvPr>
          <p:cNvSpPr>
            <a:spLocks noGrp="1"/>
          </p:cNvSpPr>
          <p:nvPr>
            <p:ph type="body" sz="quarter" idx="30" hasCustomPrompt="1"/>
          </p:nvPr>
        </p:nvSpPr>
        <p:spPr>
          <a:xfrm>
            <a:off x="457200" y="1925883"/>
            <a:ext cx="5422739" cy="276999"/>
          </a:xfrm>
          <a:prstGeom prst="rect">
            <a:avLst/>
          </a:prstGeom>
        </p:spPr>
        <p:txBody>
          <a:bodyPr wrap="square" lIns="0" tIns="0" rIns="0" bIns="0">
            <a:spAutoFit/>
          </a:bodyPr>
          <a:lstStyle>
            <a:lvl1pPr marL="0" indent="0">
              <a:lnSpc>
                <a:spcPct val="100000"/>
              </a:lnSpc>
              <a:spcBef>
                <a:spcPts val="0"/>
              </a:spcBef>
              <a:spcAft>
                <a:spcPts val="0"/>
              </a:spcAft>
              <a:buFontTx/>
              <a:buNone/>
              <a:defRPr sz="1800">
                <a:solidFill>
                  <a:schemeClr val="bg2"/>
                </a:solidFill>
              </a:defRPr>
            </a:lvl1pPr>
          </a:lstStyle>
          <a:p>
            <a:pPr lvl="0"/>
            <a:r>
              <a:rPr lang="es-ES" dirty="0"/>
              <a:t>Texto</a:t>
            </a:r>
          </a:p>
        </p:txBody>
      </p:sp>
      <p:sp>
        <p:nvSpPr>
          <p:cNvPr id="16" name="Marcador de texto 17">
            <a:extLst>
              <a:ext uri="{FF2B5EF4-FFF2-40B4-BE49-F238E27FC236}">
                <a16:creationId xmlns:a16="http://schemas.microsoft.com/office/drawing/2014/main" id="{0882E591-8E7C-DA41-A9CD-683FC7F13F4D}"/>
              </a:ext>
            </a:extLst>
          </p:cNvPr>
          <p:cNvSpPr>
            <a:spLocks noGrp="1"/>
          </p:cNvSpPr>
          <p:nvPr>
            <p:ph type="body" sz="quarter" idx="24" hasCustomPrompt="1"/>
          </p:nvPr>
        </p:nvSpPr>
        <p:spPr>
          <a:xfrm>
            <a:off x="457201" y="2944799"/>
            <a:ext cx="5422739" cy="200055"/>
          </a:xfrm>
          <a:prstGeom prst="rect">
            <a:avLst/>
          </a:prstGeom>
        </p:spPr>
        <p:txBody>
          <a:bodyPr wrap="square" lIns="0" tIns="0" rIns="0" bIns="0">
            <a:spAutoFit/>
          </a:bodyPr>
          <a:lstStyle>
            <a:lvl1pPr marL="0" indent="0">
              <a:lnSpc>
                <a:spcPct val="100000"/>
              </a:lnSpc>
              <a:spcBef>
                <a:spcPts val="0"/>
              </a:spcBef>
              <a:spcAft>
                <a:spcPts val="0"/>
              </a:spcAft>
              <a:buFontTx/>
              <a:buNone/>
              <a:defRPr sz="1300">
                <a:solidFill>
                  <a:schemeClr val="tx2"/>
                </a:solidFill>
              </a:defRPr>
            </a:lvl1pPr>
          </a:lstStyle>
          <a:p>
            <a:pPr lvl="0"/>
            <a:r>
              <a:rPr lang="es-ES" dirty="0"/>
              <a:t>Subtítulo</a:t>
            </a:r>
          </a:p>
        </p:txBody>
      </p:sp>
      <p:sp>
        <p:nvSpPr>
          <p:cNvPr id="17" name="Marcador de texto 17">
            <a:extLst>
              <a:ext uri="{FF2B5EF4-FFF2-40B4-BE49-F238E27FC236}">
                <a16:creationId xmlns:a16="http://schemas.microsoft.com/office/drawing/2014/main" id="{2110FF79-2FA9-AA4C-BDD1-EC7FA598A414}"/>
              </a:ext>
            </a:extLst>
          </p:cNvPr>
          <p:cNvSpPr>
            <a:spLocks noGrp="1"/>
          </p:cNvSpPr>
          <p:nvPr>
            <p:ph type="body" sz="quarter" idx="27" hasCustomPrompt="1"/>
          </p:nvPr>
        </p:nvSpPr>
        <p:spPr>
          <a:xfrm>
            <a:off x="457200" y="31503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pic>
        <p:nvPicPr>
          <p:cNvPr id="14" name="Marcador de contenido 9"/>
          <p:cNvPicPr>
            <a:picLocks noChangeAspect="1"/>
          </p:cNvPicPr>
          <p:nvPr userDrawn="1"/>
        </p:nvPicPr>
        <p:blipFill rotWithShape="1">
          <a:blip r:embed="rId2">
            <a:extLst>
              <a:ext uri="{28A0092B-C50C-407E-A947-70E740481C1C}">
                <a14:useLocalDpi xmlns:a14="http://schemas.microsoft.com/office/drawing/2010/main" val="0"/>
              </a:ext>
            </a:extLst>
          </a:blip>
          <a:srcRect l="3580" t="5762" r="2391" b="6619"/>
          <a:stretch/>
        </p:blipFill>
        <p:spPr>
          <a:xfrm>
            <a:off x="205829" y="207166"/>
            <a:ext cx="1078994" cy="547096"/>
          </a:xfrm>
          <a:prstGeom prst="rect">
            <a:avLst/>
          </a:prstGeom>
          <a:ln>
            <a:noFill/>
          </a:ln>
        </p:spPr>
      </p:pic>
    </p:spTree>
    <p:extLst>
      <p:ext uri="{BB962C8B-B14F-4D97-AF65-F5344CB8AC3E}">
        <p14:creationId xmlns:p14="http://schemas.microsoft.com/office/powerpoint/2010/main" val="242348895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iapositiva texto 19">
    <p:spTree>
      <p:nvGrpSpPr>
        <p:cNvPr id="1" name=""/>
        <p:cNvGrpSpPr/>
        <p:nvPr/>
      </p:nvGrpSpPr>
      <p:grpSpPr>
        <a:xfrm>
          <a:off x="0" y="0"/>
          <a:ext cx="0" cy="0"/>
          <a:chOff x="0" y="0"/>
          <a:chExt cx="0" cy="0"/>
        </a:xfrm>
      </p:grpSpPr>
      <p:pic>
        <p:nvPicPr>
          <p:cNvPr id="19" name="Imagen 1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80912" y="115213"/>
            <a:ext cx="1121538" cy="660897"/>
          </a:xfrm>
          <a:prstGeom prst="rect">
            <a:avLst/>
          </a:prstGeom>
          <a:solidFill>
            <a:schemeClr val="accent5"/>
          </a:solidFill>
        </p:spPr>
      </p:pic>
      <p:sp>
        <p:nvSpPr>
          <p:cNvPr id="24" name="Rectángulo 23">
            <a:extLst>
              <a:ext uri="{FF2B5EF4-FFF2-40B4-BE49-F238E27FC236}">
                <a16:creationId xmlns:a16="http://schemas.microsoft.com/office/drawing/2014/main" id="{A4F0C281-4090-184D-82B8-C20A75B956E0}"/>
              </a:ext>
            </a:extLst>
          </p:cNvPr>
          <p:cNvSpPr/>
          <p:nvPr userDrawn="1"/>
        </p:nvSpPr>
        <p:spPr>
          <a:xfrm>
            <a:off x="0" y="0"/>
            <a:ext cx="12192000" cy="258417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21" name="Marcador de texto 20">
            <a:extLst>
              <a:ext uri="{FF2B5EF4-FFF2-40B4-BE49-F238E27FC236}">
                <a16:creationId xmlns:a16="http://schemas.microsoft.com/office/drawing/2014/main" id="{87BA17AA-8C00-7145-92FE-6D329633EC34}"/>
              </a:ext>
            </a:extLst>
          </p:cNvPr>
          <p:cNvSpPr>
            <a:spLocks noGrp="1"/>
          </p:cNvSpPr>
          <p:nvPr>
            <p:ph type="body" sz="quarter" idx="11" hasCustomPrompt="1"/>
          </p:nvPr>
        </p:nvSpPr>
        <p:spPr>
          <a:xfrm>
            <a:off x="457199" y="6099996"/>
            <a:ext cx="2997200" cy="123111"/>
          </a:xfrm>
          <a:prstGeom prst="rect">
            <a:avLst/>
          </a:prstGeom>
        </p:spPr>
        <p:txBody>
          <a:bodyPr lIns="0" tIns="0" rIns="0" bIns="0">
            <a:spAutoFit/>
          </a:bodyPr>
          <a:lstStyle>
            <a:lvl1pPr marL="0" indent="0">
              <a:lnSpc>
                <a:spcPct val="100000"/>
              </a:lnSpc>
              <a:spcBef>
                <a:spcPts val="0"/>
              </a:spcBef>
              <a:buFontTx/>
              <a:buNone/>
              <a:defRPr sz="800" b="0" i="1">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28" name="Marcador de fecha 3">
            <a:extLst>
              <a:ext uri="{FF2B5EF4-FFF2-40B4-BE49-F238E27FC236}">
                <a16:creationId xmlns:a16="http://schemas.microsoft.com/office/drawing/2014/main" id="{BD4EA232-9E7D-B843-A017-2FC3250BEBD5}"/>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29" name="Marcador de pie de página 4">
            <a:extLst>
              <a:ext uri="{FF2B5EF4-FFF2-40B4-BE49-F238E27FC236}">
                <a16:creationId xmlns:a16="http://schemas.microsoft.com/office/drawing/2014/main" id="{95FB20AF-0EF8-F14C-B394-A616BB04B5F4}"/>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12" name="Marcador de texto 17">
            <a:extLst>
              <a:ext uri="{FF2B5EF4-FFF2-40B4-BE49-F238E27FC236}">
                <a16:creationId xmlns:a16="http://schemas.microsoft.com/office/drawing/2014/main" id="{99570621-6DDB-DE48-8BDE-3B6D4C4CED37}"/>
              </a:ext>
            </a:extLst>
          </p:cNvPr>
          <p:cNvSpPr>
            <a:spLocks noGrp="1"/>
          </p:cNvSpPr>
          <p:nvPr>
            <p:ph type="body" sz="quarter" idx="29"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bg1"/>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3" name="Título 1">
            <a:extLst>
              <a:ext uri="{FF2B5EF4-FFF2-40B4-BE49-F238E27FC236}">
                <a16:creationId xmlns:a16="http://schemas.microsoft.com/office/drawing/2014/main" id="{77426D86-1AE9-8D4F-B087-98657905DBC3}"/>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bg1"/>
                </a:solidFill>
                <a:latin typeface="+mn-lt"/>
              </a:defRPr>
            </a:lvl1pPr>
          </a:lstStyle>
          <a:p>
            <a:r>
              <a:rPr lang="es-ES" dirty="0"/>
              <a:t>Título diapositiva</a:t>
            </a:r>
          </a:p>
        </p:txBody>
      </p:sp>
      <p:sp>
        <p:nvSpPr>
          <p:cNvPr id="15" name="Marcador de texto 17">
            <a:extLst>
              <a:ext uri="{FF2B5EF4-FFF2-40B4-BE49-F238E27FC236}">
                <a16:creationId xmlns:a16="http://schemas.microsoft.com/office/drawing/2014/main" id="{48AC5C2D-2ABE-444E-8E17-5360171F0209}"/>
              </a:ext>
            </a:extLst>
          </p:cNvPr>
          <p:cNvSpPr>
            <a:spLocks noGrp="1"/>
          </p:cNvSpPr>
          <p:nvPr>
            <p:ph type="body" sz="quarter" idx="30" hasCustomPrompt="1"/>
          </p:nvPr>
        </p:nvSpPr>
        <p:spPr>
          <a:xfrm>
            <a:off x="457200" y="1925883"/>
            <a:ext cx="5422739" cy="276999"/>
          </a:xfrm>
          <a:prstGeom prst="rect">
            <a:avLst/>
          </a:prstGeom>
        </p:spPr>
        <p:txBody>
          <a:bodyPr wrap="square" lIns="0" tIns="0" rIns="0" bIns="0">
            <a:spAutoFit/>
          </a:bodyPr>
          <a:lstStyle>
            <a:lvl1pPr marL="0" indent="0">
              <a:lnSpc>
                <a:spcPct val="100000"/>
              </a:lnSpc>
              <a:spcBef>
                <a:spcPts val="0"/>
              </a:spcBef>
              <a:spcAft>
                <a:spcPts val="0"/>
              </a:spcAft>
              <a:buFontTx/>
              <a:buNone/>
              <a:defRPr sz="1800">
                <a:solidFill>
                  <a:schemeClr val="bg2"/>
                </a:solidFill>
              </a:defRPr>
            </a:lvl1pPr>
          </a:lstStyle>
          <a:p>
            <a:pPr lvl="0"/>
            <a:r>
              <a:rPr lang="es-ES" dirty="0"/>
              <a:t>Texto</a:t>
            </a:r>
          </a:p>
        </p:txBody>
      </p:sp>
      <p:sp>
        <p:nvSpPr>
          <p:cNvPr id="16" name="Marcador de texto 17">
            <a:extLst>
              <a:ext uri="{FF2B5EF4-FFF2-40B4-BE49-F238E27FC236}">
                <a16:creationId xmlns:a16="http://schemas.microsoft.com/office/drawing/2014/main" id="{0882E591-8E7C-DA41-A9CD-683FC7F13F4D}"/>
              </a:ext>
            </a:extLst>
          </p:cNvPr>
          <p:cNvSpPr>
            <a:spLocks noGrp="1"/>
          </p:cNvSpPr>
          <p:nvPr>
            <p:ph type="body" sz="quarter" idx="24" hasCustomPrompt="1"/>
          </p:nvPr>
        </p:nvSpPr>
        <p:spPr>
          <a:xfrm>
            <a:off x="457201" y="2944799"/>
            <a:ext cx="5422739" cy="200055"/>
          </a:xfrm>
          <a:prstGeom prst="rect">
            <a:avLst/>
          </a:prstGeom>
        </p:spPr>
        <p:txBody>
          <a:bodyPr wrap="square" lIns="0" tIns="0" rIns="0" bIns="0">
            <a:spAutoFit/>
          </a:bodyPr>
          <a:lstStyle>
            <a:lvl1pPr marL="0" indent="0">
              <a:lnSpc>
                <a:spcPct val="100000"/>
              </a:lnSpc>
              <a:spcBef>
                <a:spcPts val="0"/>
              </a:spcBef>
              <a:spcAft>
                <a:spcPts val="0"/>
              </a:spcAft>
              <a:buFontTx/>
              <a:buNone/>
              <a:defRPr sz="1300">
                <a:solidFill>
                  <a:schemeClr val="tx2"/>
                </a:solidFill>
              </a:defRPr>
            </a:lvl1pPr>
          </a:lstStyle>
          <a:p>
            <a:pPr lvl="0"/>
            <a:r>
              <a:rPr lang="es-ES" dirty="0"/>
              <a:t>Subtítulo</a:t>
            </a:r>
          </a:p>
        </p:txBody>
      </p:sp>
      <p:sp>
        <p:nvSpPr>
          <p:cNvPr id="17" name="Marcador de texto 17">
            <a:extLst>
              <a:ext uri="{FF2B5EF4-FFF2-40B4-BE49-F238E27FC236}">
                <a16:creationId xmlns:a16="http://schemas.microsoft.com/office/drawing/2014/main" id="{2110FF79-2FA9-AA4C-BDD1-EC7FA598A414}"/>
              </a:ext>
            </a:extLst>
          </p:cNvPr>
          <p:cNvSpPr>
            <a:spLocks noGrp="1"/>
          </p:cNvSpPr>
          <p:nvPr>
            <p:ph type="body" sz="quarter" idx="27" hasCustomPrompt="1"/>
          </p:nvPr>
        </p:nvSpPr>
        <p:spPr>
          <a:xfrm>
            <a:off x="457200" y="31503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pic>
        <p:nvPicPr>
          <p:cNvPr id="14" name="Imagen 13" descr="Logotipo&#10;&#10;Descripción generada automáticamente con confianza media">
            <a:extLst>
              <a:ext uri="{FF2B5EF4-FFF2-40B4-BE49-F238E27FC236}">
                <a16:creationId xmlns:a16="http://schemas.microsoft.com/office/drawing/2014/main" id="{8F11A31D-BD8F-EB4D-9B99-15715E84F440}"/>
              </a:ext>
            </a:extLst>
          </p:cNvPr>
          <p:cNvPicPr>
            <a:picLocks noChangeAspect="1"/>
          </p:cNvPicPr>
          <p:nvPr userDrawn="1"/>
        </p:nvPicPr>
        <p:blipFill>
          <a:blip r:embed="rId3"/>
          <a:stretch>
            <a:fillRect/>
          </a:stretch>
        </p:blipFill>
        <p:spPr>
          <a:xfrm>
            <a:off x="272181" y="236654"/>
            <a:ext cx="939001" cy="460964"/>
          </a:xfrm>
          <a:prstGeom prst="rect">
            <a:avLst/>
          </a:prstGeom>
        </p:spPr>
      </p:pic>
      <p:pic>
        <p:nvPicPr>
          <p:cNvPr id="18" name="Imagen 1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22920" y="164764"/>
            <a:ext cx="1121538" cy="660897"/>
          </a:xfrm>
          <a:prstGeom prst="rect">
            <a:avLst/>
          </a:prstGeom>
          <a:solidFill>
            <a:schemeClr val="accent5"/>
          </a:solidFill>
        </p:spPr>
      </p:pic>
    </p:spTree>
    <p:extLst>
      <p:ext uri="{BB962C8B-B14F-4D97-AF65-F5344CB8AC3E}">
        <p14:creationId xmlns:p14="http://schemas.microsoft.com/office/powerpoint/2010/main" val="384556628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iapositiva texto 20">
    <p:spTree>
      <p:nvGrpSpPr>
        <p:cNvPr id="1" name=""/>
        <p:cNvGrpSpPr/>
        <p:nvPr/>
      </p:nvGrpSpPr>
      <p:grpSpPr>
        <a:xfrm>
          <a:off x="0" y="0"/>
          <a:ext cx="0" cy="0"/>
          <a:chOff x="0" y="0"/>
          <a:chExt cx="0" cy="0"/>
        </a:xfrm>
      </p:grpSpPr>
      <p:sp>
        <p:nvSpPr>
          <p:cNvPr id="16" name="Marcador de fecha 3">
            <a:extLst>
              <a:ext uri="{FF2B5EF4-FFF2-40B4-BE49-F238E27FC236}">
                <a16:creationId xmlns:a16="http://schemas.microsoft.com/office/drawing/2014/main" id="{F9AFFD61-43C9-9443-812E-C1408DFA4C8A}"/>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7" name="Marcador de pie de página 4">
            <a:extLst>
              <a:ext uri="{FF2B5EF4-FFF2-40B4-BE49-F238E27FC236}">
                <a16:creationId xmlns:a16="http://schemas.microsoft.com/office/drawing/2014/main" id="{DFAEEA35-88F3-414B-B6AA-880CD0CC66BA}"/>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25" name="Título 1">
            <a:extLst>
              <a:ext uri="{FF2B5EF4-FFF2-40B4-BE49-F238E27FC236}">
                <a16:creationId xmlns:a16="http://schemas.microsoft.com/office/drawing/2014/main" id="{80D0D404-913C-3F4B-8524-6910D73468C1}"/>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22" name="Marcador de texto 17">
            <a:extLst>
              <a:ext uri="{FF2B5EF4-FFF2-40B4-BE49-F238E27FC236}">
                <a16:creationId xmlns:a16="http://schemas.microsoft.com/office/drawing/2014/main" id="{B33A1125-7ED1-844F-8A1D-5091D5826B13}"/>
              </a:ext>
            </a:extLst>
          </p:cNvPr>
          <p:cNvSpPr>
            <a:spLocks noGrp="1"/>
          </p:cNvSpPr>
          <p:nvPr>
            <p:ph type="body" sz="quarter" idx="10" hasCustomPrompt="1"/>
          </p:nvPr>
        </p:nvSpPr>
        <p:spPr>
          <a:xfrm>
            <a:off x="457200" y="1667644"/>
            <a:ext cx="11277600" cy="539942"/>
          </a:xfrm>
          <a:prstGeom prst="rect">
            <a:avLst/>
          </a:prstGeom>
          <a:solidFill>
            <a:schemeClr val="accent1"/>
          </a:solidFill>
          <a:ln>
            <a:noFill/>
          </a:ln>
        </p:spPr>
        <p:txBody>
          <a:bodyPr wrap="square" lIns="0" tIns="36000" rIns="0" bIns="72000">
            <a:spAutoFit/>
          </a:bodyPr>
          <a:lstStyle>
            <a:lvl1pPr marL="0" indent="0" algn="ctr">
              <a:lnSpc>
                <a:spcPct val="100000"/>
              </a:lnSpc>
              <a:spcBef>
                <a:spcPts val="0"/>
              </a:spcBef>
              <a:spcAft>
                <a:spcPts val="0"/>
              </a:spcAft>
              <a:buFontTx/>
              <a:buNone/>
              <a:defRPr sz="2800" b="1" i="0">
                <a:solidFill>
                  <a:schemeClr val="bg1"/>
                </a:solidFill>
                <a:latin typeface="Calibri" panose="020F0502020204030204" pitchFamily="34" charset="0"/>
                <a:cs typeface="Calibri" panose="020F0502020204030204" pitchFamily="34" charset="0"/>
              </a:defRPr>
            </a:lvl1pPr>
          </a:lstStyle>
          <a:p>
            <a:pPr lvl="0"/>
            <a:r>
              <a:rPr lang="es-ES" dirty="0"/>
              <a:t>Texto</a:t>
            </a:r>
          </a:p>
        </p:txBody>
      </p:sp>
      <p:pic>
        <p:nvPicPr>
          <p:cNvPr id="7" name="Imagen 6"/>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21761078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iapositiva texto 21">
    <p:spTree>
      <p:nvGrpSpPr>
        <p:cNvPr id="1" name=""/>
        <p:cNvGrpSpPr/>
        <p:nvPr/>
      </p:nvGrpSpPr>
      <p:grpSpPr>
        <a:xfrm>
          <a:off x="0" y="0"/>
          <a:ext cx="0" cy="0"/>
          <a:chOff x="0" y="0"/>
          <a:chExt cx="0" cy="0"/>
        </a:xfrm>
      </p:grpSpPr>
      <p:sp>
        <p:nvSpPr>
          <p:cNvPr id="16" name="Marcador de fecha 3">
            <a:extLst>
              <a:ext uri="{FF2B5EF4-FFF2-40B4-BE49-F238E27FC236}">
                <a16:creationId xmlns:a16="http://schemas.microsoft.com/office/drawing/2014/main" id="{F9AFFD61-43C9-9443-812E-C1408DFA4C8A}"/>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7" name="Marcador de pie de página 4">
            <a:extLst>
              <a:ext uri="{FF2B5EF4-FFF2-40B4-BE49-F238E27FC236}">
                <a16:creationId xmlns:a16="http://schemas.microsoft.com/office/drawing/2014/main" id="{DFAEEA35-88F3-414B-B6AA-880CD0CC66BA}"/>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25" name="Título 1">
            <a:extLst>
              <a:ext uri="{FF2B5EF4-FFF2-40B4-BE49-F238E27FC236}">
                <a16:creationId xmlns:a16="http://schemas.microsoft.com/office/drawing/2014/main" id="{80D0D404-913C-3F4B-8524-6910D73468C1}"/>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22" name="Marcador de texto 17">
            <a:extLst>
              <a:ext uri="{FF2B5EF4-FFF2-40B4-BE49-F238E27FC236}">
                <a16:creationId xmlns:a16="http://schemas.microsoft.com/office/drawing/2014/main" id="{B33A1125-7ED1-844F-8A1D-5091D5826B13}"/>
              </a:ext>
            </a:extLst>
          </p:cNvPr>
          <p:cNvSpPr>
            <a:spLocks noGrp="1"/>
          </p:cNvSpPr>
          <p:nvPr>
            <p:ph type="body" sz="quarter" idx="10" hasCustomPrompt="1"/>
          </p:nvPr>
        </p:nvSpPr>
        <p:spPr>
          <a:xfrm>
            <a:off x="457200" y="1667644"/>
            <a:ext cx="11277600" cy="539942"/>
          </a:xfrm>
          <a:prstGeom prst="rect">
            <a:avLst/>
          </a:prstGeom>
          <a:solidFill>
            <a:schemeClr val="tx2"/>
          </a:solidFill>
          <a:ln>
            <a:noFill/>
          </a:ln>
        </p:spPr>
        <p:txBody>
          <a:bodyPr wrap="square" lIns="0" tIns="36000" rIns="0" bIns="72000">
            <a:spAutoFit/>
          </a:bodyPr>
          <a:lstStyle>
            <a:lvl1pPr marL="0" indent="0" algn="ctr">
              <a:lnSpc>
                <a:spcPct val="100000"/>
              </a:lnSpc>
              <a:spcBef>
                <a:spcPts val="0"/>
              </a:spcBef>
              <a:spcAft>
                <a:spcPts val="0"/>
              </a:spcAft>
              <a:buFontTx/>
              <a:buNone/>
              <a:defRPr sz="2800" b="1" i="0">
                <a:solidFill>
                  <a:schemeClr val="bg1"/>
                </a:solidFill>
                <a:latin typeface="Calibri" panose="020F0502020204030204" pitchFamily="34" charset="0"/>
                <a:cs typeface="Calibri" panose="020F0502020204030204" pitchFamily="34" charset="0"/>
              </a:defRPr>
            </a:lvl1pPr>
          </a:lstStyle>
          <a:p>
            <a:pPr lvl="0"/>
            <a:r>
              <a:rPr lang="es-ES" dirty="0"/>
              <a:t>Texto</a:t>
            </a:r>
          </a:p>
        </p:txBody>
      </p:sp>
      <p:pic>
        <p:nvPicPr>
          <p:cNvPr id="7" name="Imagen 6"/>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19200245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iapositiva texto + imagen 1">
    <p:spTree>
      <p:nvGrpSpPr>
        <p:cNvPr id="1" name=""/>
        <p:cNvGrpSpPr/>
        <p:nvPr/>
      </p:nvGrpSpPr>
      <p:grpSpPr>
        <a:xfrm>
          <a:off x="0" y="0"/>
          <a:ext cx="0" cy="0"/>
          <a:chOff x="0" y="0"/>
          <a:chExt cx="0" cy="0"/>
        </a:xfrm>
      </p:grpSpPr>
      <p:sp>
        <p:nvSpPr>
          <p:cNvPr id="24" name="Rectángulo 23">
            <a:extLst>
              <a:ext uri="{FF2B5EF4-FFF2-40B4-BE49-F238E27FC236}">
                <a16:creationId xmlns:a16="http://schemas.microsoft.com/office/drawing/2014/main" id="{A4F0C281-4090-184D-82B8-C20A75B956E0}"/>
              </a:ext>
            </a:extLst>
          </p:cNvPr>
          <p:cNvSpPr/>
          <p:nvPr userDrawn="1"/>
        </p:nvSpPr>
        <p:spPr>
          <a:xfrm>
            <a:off x="0" y="0"/>
            <a:ext cx="6096000" cy="258417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Título 1">
            <a:extLst>
              <a:ext uri="{FF2B5EF4-FFF2-40B4-BE49-F238E27FC236}">
                <a16:creationId xmlns:a16="http://schemas.microsoft.com/office/drawing/2014/main" id="{8981F5A9-D9F7-4E43-BD5D-7262F346B24F}"/>
              </a:ext>
            </a:extLst>
          </p:cNvPr>
          <p:cNvSpPr>
            <a:spLocks noGrp="1"/>
          </p:cNvSpPr>
          <p:nvPr>
            <p:ph type="ctrTitle" hasCustomPrompt="1"/>
          </p:nvPr>
        </p:nvSpPr>
        <p:spPr>
          <a:xfrm>
            <a:off x="457200" y="934272"/>
            <a:ext cx="5422739" cy="702180"/>
          </a:xfrm>
          <a:prstGeom prst="rect">
            <a:avLst/>
          </a:prstGeom>
        </p:spPr>
        <p:txBody>
          <a:bodyPr wrap="square" lIns="0" tIns="0" rIns="0" bIns="0" anchor="t" anchorCtr="0">
            <a:spAutoFit/>
          </a:bodyPr>
          <a:lstStyle>
            <a:lvl1pPr algn="l">
              <a:lnSpc>
                <a:spcPts val="5400"/>
              </a:lnSpc>
              <a:defRPr sz="5400" spc="0">
                <a:solidFill>
                  <a:schemeClr val="bg1"/>
                </a:solidFill>
                <a:latin typeface="+mn-lt"/>
              </a:defRPr>
            </a:lvl1pPr>
          </a:lstStyle>
          <a:p>
            <a:r>
              <a:rPr lang="es-ES" dirty="0"/>
              <a:t>Título diapositiva</a:t>
            </a:r>
          </a:p>
        </p:txBody>
      </p:sp>
      <p:pic>
        <p:nvPicPr>
          <p:cNvPr id="10" name="Imagen 9" descr="Logotipo&#10;&#10;Descripción generada automáticamente con confianza media">
            <a:extLst>
              <a:ext uri="{FF2B5EF4-FFF2-40B4-BE49-F238E27FC236}">
                <a16:creationId xmlns:a16="http://schemas.microsoft.com/office/drawing/2014/main" id="{4DA9A7E7-64B1-8545-B861-9BE7E4C1E090}"/>
              </a:ext>
            </a:extLst>
          </p:cNvPr>
          <p:cNvPicPr>
            <a:picLocks noChangeAspect="1"/>
          </p:cNvPicPr>
          <p:nvPr userDrawn="1"/>
        </p:nvPicPr>
        <p:blipFill>
          <a:blip r:embed="rId2"/>
          <a:stretch>
            <a:fillRect/>
          </a:stretch>
        </p:blipFill>
        <p:spPr>
          <a:xfrm>
            <a:off x="272181" y="236654"/>
            <a:ext cx="939001" cy="460964"/>
          </a:xfrm>
          <a:prstGeom prst="rect">
            <a:avLst/>
          </a:prstGeom>
        </p:spPr>
      </p:pic>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199" y="2930456"/>
            <a:ext cx="3389313" cy="805349"/>
          </a:xfrm>
          <a:prstGeom prst="rect">
            <a:avLst/>
          </a:prstGeom>
        </p:spPr>
        <p:txBody>
          <a:bodyPr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21" name="Marcador de texto 20">
            <a:extLst>
              <a:ext uri="{FF2B5EF4-FFF2-40B4-BE49-F238E27FC236}">
                <a16:creationId xmlns:a16="http://schemas.microsoft.com/office/drawing/2014/main" id="{87BA17AA-8C00-7145-92FE-6D329633EC34}"/>
              </a:ext>
            </a:extLst>
          </p:cNvPr>
          <p:cNvSpPr>
            <a:spLocks noGrp="1"/>
          </p:cNvSpPr>
          <p:nvPr>
            <p:ph type="body" sz="quarter" idx="11" hasCustomPrompt="1"/>
          </p:nvPr>
        </p:nvSpPr>
        <p:spPr>
          <a:xfrm>
            <a:off x="457199" y="6099996"/>
            <a:ext cx="2997200" cy="110800"/>
          </a:xfrm>
          <a:prstGeom prst="rect">
            <a:avLst/>
          </a:prstGeom>
        </p:spPr>
        <p:txBody>
          <a:bodyPr lIns="0" tIns="0" rIns="0" bIns="0">
            <a:spAutoFit/>
          </a:bodyPr>
          <a:lstStyle>
            <a:lvl1pPr marL="0" indent="0">
              <a:buFontTx/>
              <a:buNone/>
              <a:defRPr sz="800" b="0" i="1">
                <a:solidFill>
                  <a:schemeClr val="accent1"/>
                </a:solidFill>
                <a:latin typeface="Calibri" panose="020F0502020204030204" pitchFamily="34" charset="0"/>
                <a:cs typeface="Calibri" panose="020F0502020204030204" pitchFamily="34" charset="0"/>
              </a:defRPr>
            </a:lvl1pPr>
          </a:lstStyle>
          <a:p>
            <a:pPr lvl="0"/>
            <a:r>
              <a:rPr lang="es-ES" dirty="0"/>
              <a:t>Texto legal</a:t>
            </a:r>
          </a:p>
        </p:txBody>
      </p:sp>
      <p:sp>
        <p:nvSpPr>
          <p:cNvPr id="22" name="Marcador de texto 20">
            <a:extLst>
              <a:ext uri="{FF2B5EF4-FFF2-40B4-BE49-F238E27FC236}">
                <a16:creationId xmlns:a16="http://schemas.microsoft.com/office/drawing/2014/main" id="{9D2FA0C2-A2BC-2740-B929-0A1AB2A391CE}"/>
              </a:ext>
            </a:extLst>
          </p:cNvPr>
          <p:cNvSpPr>
            <a:spLocks noGrp="1"/>
          </p:cNvSpPr>
          <p:nvPr>
            <p:ph type="body" sz="quarter" idx="12" hasCustomPrompt="1"/>
          </p:nvPr>
        </p:nvSpPr>
        <p:spPr>
          <a:xfrm>
            <a:off x="9790042" y="5935541"/>
            <a:ext cx="2401957" cy="328909"/>
          </a:xfrm>
          <a:prstGeom prst="rect">
            <a:avLst/>
          </a:prstGeom>
          <a:solidFill>
            <a:schemeClr val="tx2"/>
          </a:solidFill>
        </p:spPr>
        <p:txBody>
          <a:bodyPr wrap="square" lIns="108000" tIns="108000" rIns="108000" bIns="108000">
            <a:spAutoFit/>
          </a:bodyPr>
          <a:lstStyle>
            <a:lvl1pPr marL="0" indent="0">
              <a:buFontTx/>
              <a:buNone/>
              <a:defRPr sz="800" b="0" i="0">
                <a:solidFill>
                  <a:schemeClr val="bg2"/>
                </a:solidFill>
                <a:latin typeface="Calibri" panose="020F0502020204030204" pitchFamily="34" charset="0"/>
                <a:cs typeface="Calibri" panose="020F0502020204030204" pitchFamily="34" charset="0"/>
              </a:defRPr>
            </a:lvl1pPr>
          </a:lstStyle>
          <a:p>
            <a:pPr lvl="0"/>
            <a:r>
              <a:rPr lang="es-ES" dirty="0"/>
              <a:t>Pie de foto</a:t>
            </a:r>
          </a:p>
        </p:txBody>
      </p:sp>
      <p:sp>
        <p:nvSpPr>
          <p:cNvPr id="23" name="Marcador de posición de imagen 9">
            <a:extLst>
              <a:ext uri="{FF2B5EF4-FFF2-40B4-BE49-F238E27FC236}">
                <a16:creationId xmlns:a16="http://schemas.microsoft.com/office/drawing/2014/main" id="{A3B7B41B-F4BA-0344-8284-BEA195DB2392}"/>
              </a:ext>
            </a:extLst>
          </p:cNvPr>
          <p:cNvSpPr>
            <a:spLocks noGrp="1"/>
          </p:cNvSpPr>
          <p:nvPr>
            <p:ph type="pic" sz="quarter" idx="13" hasCustomPrompt="1"/>
          </p:nvPr>
        </p:nvSpPr>
        <p:spPr>
          <a:xfrm>
            <a:off x="6023113" y="0"/>
            <a:ext cx="6168887" cy="6858000"/>
          </a:xfrm>
          <a:prstGeom prst="rect">
            <a:avLst/>
          </a:prstGeom>
          <a:solidFill>
            <a:schemeClr val="tx2">
              <a:lumMod val="20000"/>
              <a:lumOff val="80000"/>
            </a:schemeClr>
          </a:solidFill>
        </p:spPr>
        <p:txBody>
          <a:bodyPr lIns="0" tIns="2448000" rIns="0" bIns="0" anchor="t" anchorCtr="0"/>
          <a:lstStyle>
            <a:lvl1pPr marL="0" indent="0" algn="ctr">
              <a:buFontTx/>
              <a:buNone/>
              <a:defRPr sz="1100"/>
            </a:lvl1pPr>
          </a:lstStyle>
          <a:p>
            <a:r>
              <a:rPr lang="es-ES" dirty="0"/>
              <a:t>INSERTAR IMAGEN</a:t>
            </a:r>
          </a:p>
        </p:txBody>
      </p:sp>
      <p:sp>
        <p:nvSpPr>
          <p:cNvPr id="11" name="Marcador de fecha 3">
            <a:extLst>
              <a:ext uri="{FF2B5EF4-FFF2-40B4-BE49-F238E27FC236}">
                <a16:creationId xmlns:a16="http://schemas.microsoft.com/office/drawing/2014/main" id="{A8D0269A-3AEE-554B-A01F-4A5949EBDDE6}"/>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2" name="Marcador de pie de página 4">
            <a:extLst>
              <a:ext uri="{FF2B5EF4-FFF2-40B4-BE49-F238E27FC236}">
                <a16:creationId xmlns:a16="http://schemas.microsoft.com/office/drawing/2014/main" id="{BC49E97D-1698-E943-9A92-203385CA0DF1}"/>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pic>
        <p:nvPicPr>
          <p:cNvPr id="13" name="Imagen 1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2920" y="164764"/>
            <a:ext cx="1121538" cy="660897"/>
          </a:xfrm>
          <a:prstGeom prst="rect">
            <a:avLst/>
          </a:prstGeom>
          <a:solidFill>
            <a:schemeClr val="accent5"/>
          </a:solidFill>
        </p:spPr>
      </p:pic>
    </p:spTree>
    <p:extLst>
      <p:ext uri="{BB962C8B-B14F-4D97-AF65-F5344CB8AC3E}">
        <p14:creationId xmlns:p14="http://schemas.microsoft.com/office/powerpoint/2010/main" val="5367716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Diapositiva texto + imagen 2">
    <p:spTree>
      <p:nvGrpSpPr>
        <p:cNvPr id="1" name=""/>
        <p:cNvGrpSpPr/>
        <p:nvPr/>
      </p:nvGrpSpPr>
      <p:grpSpPr>
        <a:xfrm>
          <a:off x="0" y="0"/>
          <a:ext cx="0" cy="0"/>
          <a:chOff x="0" y="0"/>
          <a:chExt cx="0" cy="0"/>
        </a:xfrm>
      </p:grpSpPr>
      <p:sp>
        <p:nvSpPr>
          <p:cNvPr id="24" name="Rectángulo 23">
            <a:extLst>
              <a:ext uri="{FF2B5EF4-FFF2-40B4-BE49-F238E27FC236}">
                <a16:creationId xmlns:a16="http://schemas.microsoft.com/office/drawing/2014/main" id="{A4F0C281-4090-184D-82B8-C20A75B956E0}"/>
              </a:ext>
            </a:extLst>
          </p:cNvPr>
          <p:cNvSpPr/>
          <p:nvPr userDrawn="1"/>
        </p:nvSpPr>
        <p:spPr>
          <a:xfrm>
            <a:off x="0" y="0"/>
            <a:ext cx="6096000" cy="25841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199" y="2930456"/>
            <a:ext cx="3389313" cy="805349"/>
          </a:xfrm>
          <a:prstGeom prst="rect">
            <a:avLst/>
          </a:prstGeom>
        </p:spPr>
        <p:txBody>
          <a:bodyPr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21" name="Marcador de texto 20">
            <a:extLst>
              <a:ext uri="{FF2B5EF4-FFF2-40B4-BE49-F238E27FC236}">
                <a16:creationId xmlns:a16="http://schemas.microsoft.com/office/drawing/2014/main" id="{87BA17AA-8C00-7145-92FE-6D329633EC34}"/>
              </a:ext>
            </a:extLst>
          </p:cNvPr>
          <p:cNvSpPr>
            <a:spLocks noGrp="1"/>
          </p:cNvSpPr>
          <p:nvPr>
            <p:ph type="body" sz="quarter" idx="11" hasCustomPrompt="1"/>
          </p:nvPr>
        </p:nvSpPr>
        <p:spPr>
          <a:xfrm>
            <a:off x="457199" y="6099996"/>
            <a:ext cx="2997200" cy="123111"/>
          </a:xfrm>
          <a:prstGeom prst="rect">
            <a:avLst/>
          </a:prstGeom>
        </p:spPr>
        <p:txBody>
          <a:bodyPr lIns="0" tIns="0" rIns="0" bIns="0">
            <a:spAutoFit/>
          </a:bodyPr>
          <a:lstStyle>
            <a:lvl1pPr marL="0" indent="0">
              <a:lnSpc>
                <a:spcPct val="100000"/>
              </a:lnSpc>
              <a:spcBef>
                <a:spcPts val="0"/>
              </a:spcBef>
              <a:buFontTx/>
              <a:buNone/>
              <a:defRPr sz="800" b="0" i="1">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22" name="Marcador de texto 20">
            <a:extLst>
              <a:ext uri="{FF2B5EF4-FFF2-40B4-BE49-F238E27FC236}">
                <a16:creationId xmlns:a16="http://schemas.microsoft.com/office/drawing/2014/main" id="{9D2FA0C2-A2BC-2740-B929-0A1AB2A391CE}"/>
              </a:ext>
            </a:extLst>
          </p:cNvPr>
          <p:cNvSpPr>
            <a:spLocks noGrp="1"/>
          </p:cNvSpPr>
          <p:nvPr>
            <p:ph type="body" sz="quarter" idx="12" hasCustomPrompt="1"/>
          </p:nvPr>
        </p:nvSpPr>
        <p:spPr>
          <a:xfrm>
            <a:off x="9790042" y="5935541"/>
            <a:ext cx="2401957" cy="328909"/>
          </a:xfrm>
          <a:prstGeom prst="rect">
            <a:avLst/>
          </a:prstGeom>
          <a:solidFill>
            <a:schemeClr val="tx2"/>
          </a:solidFill>
        </p:spPr>
        <p:txBody>
          <a:bodyPr wrap="square" lIns="108000" tIns="108000" rIns="108000" bIns="108000">
            <a:spAutoFit/>
          </a:bodyPr>
          <a:lstStyle>
            <a:lvl1pPr marL="0" indent="0">
              <a:buFontTx/>
              <a:buNone/>
              <a:defRPr sz="800" b="0" i="0">
                <a:solidFill>
                  <a:schemeClr val="bg2"/>
                </a:solidFill>
                <a:latin typeface="Calibri" panose="020F0502020204030204" pitchFamily="34" charset="0"/>
                <a:cs typeface="Calibri" panose="020F0502020204030204" pitchFamily="34" charset="0"/>
              </a:defRPr>
            </a:lvl1pPr>
          </a:lstStyle>
          <a:p>
            <a:pPr lvl="0"/>
            <a:r>
              <a:rPr lang="es-ES" dirty="0"/>
              <a:t>Pie de foto</a:t>
            </a:r>
          </a:p>
        </p:txBody>
      </p:sp>
      <p:sp>
        <p:nvSpPr>
          <p:cNvPr id="23" name="Marcador de posición de imagen 9">
            <a:extLst>
              <a:ext uri="{FF2B5EF4-FFF2-40B4-BE49-F238E27FC236}">
                <a16:creationId xmlns:a16="http://schemas.microsoft.com/office/drawing/2014/main" id="{A3B7B41B-F4BA-0344-8284-BEA195DB2392}"/>
              </a:ext>
            </a:extLst>
          </p:cNvPr>
          <p:cNvSpPr>
            <a:spLocks noGrp="1"/>
          </p:cNvSpPr>
          <p:nvPr>
            <p:ph type="pic" sz="quarter" idx="13" hasCustomPrompt="1"/>
          </p:nvPr>
        </p:nvSpPr>
        <p:spPr>
          <a:xfrm>
            <a:off x="6023113" y="0"/>
            <a:ext cx="6168887" cy="6858000"/>
          </a:xfrm>
          <a:prstGeom prst="rect">
            <a:avLst/>
          </a:prstGeom>
          <a:solidFill>
            <a:schemeClr val="tx2">
              <a:lumMod val="20000"/>
              <a:lumOff val="80000"/>
            </a:schemeClr>
          </a:solidFill>
        </p:spPr>
        <p:txBody>
          <a:bodyPr lIns="0" tIns="2448000" rIns="0" bIns="0" anchor="t" anchorCtr="0"/>
          <a:lstStyle>
            <a:lvl1pPr marL="0" indent="0" algn="ctr">
              <a:buFontTx/>
              <a:buNone/>
              <a:defRPr sz="1100"/>
            </a:lvl1pPr>
          </a:lstStyle>
          <a:p>
            <a:r>
              <a:rPr lang="es-ES" dirty="0"/>
              <a:t>INSERTAR IMAGEN</a:t>
            </a:r>
          </a:p>
        </p:txBody>
      </p:sp>
      <p:sp>
        <p:nvSpPr>
          <p:cNvPr id="28" name="Marcador de fecha 3">
            <a:extLst>
              <a:ext uri="{FF2B5EF4-FFF2-40B4-BE49-F238E27FC236}">
                <a16:creationId xmlns:a16="http://schemas.microsoft.com/office/drawing/2014/main" id="{BD4EA232-9E7D-B843-A017-2FC3250BEBD5}"/>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29" name="Marcador de pie de página 4">
            <a:extLst>
              <a:ext uri="{FF2B5EF4-FFF2-40B4-BE49-F238E27FC236}">
                <a16:creationId xmlns:a16="http://schemas.microsoft.com/office/drawing/2014/main" id="{95FB20AF-0EF8-F14C-B394-A616BB04B5F4}"/>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11" name="Título 1">
            <a:extLst>
              <a:ext uri="{FF2B5EF4-FFF2-40B4-BE49-F238E27FC236}">
                <a16:creationId xmlns:a16="http://schemas.microsoft.com/office/drawing/2014/main" id="{0714CD9D-084A-DF46-B2C8-7CFB6111FC1F}"/>
              </a:ext>
            </a:extLst>
          </p:cNvPr>
          <p:cNvSpPr>
            <a:spLocks noGrp="1"/>
          </p:cNvSpPr>
          <p:nvPr>
            <p:ph type="ctrTitle" hasCustomPrompt="1"/>
          </p:nvPr>
        </p:nvSpPr>
        <p:spPr>
          <a:xfrm>
            <a:off x="457200" y="934272"/>
            <a:ext cx="5422739" cy="702180"/>
          </a:xfrm>
          <a:prstGeom prst="rect">
            <a:avLst/>
          </a:prstGeom>
        </p:spPr>
        <p:txBody>
          <a:bodyPr wrap="square" lIns="0" tIns="0" rIns="0" bIns="0" anchor="t" anchorCtr="0">
            <a:spAutoFit/>
          </a:bodyPr>
          <a:lstStyle>
            <a:lvl1pPr algn="l">
              <a:lnSpc>
                <a:spcPts val="5400"/>
              </a:lnSpc>
              <a:defRPr sz="5400" spc="0">
                <a:solidFill>
                  <a:schemeClr val="bg1"/>
                </a:solidFill>
                <a:latin typeface="+mn-lt"/>
              </a:defRPr>
            </a:lvl1pPr>
          </a:lstStyle>
          <a:p>
            <a:r>
              <a:rPr lang="es-ES" dirty="0"/>
              <a:t>Título diapositiva</a:t>
            </a:r>
          </a:p>
        </p:txBody>
      </p:sp>
      <p:pic>
        <p:nvPicPr>
          <p:cNvPr id="12" name="Marcador de contenido 9"/>
          <p:cNvPicPr>
            <a:picLocks noChangeAspect="1"/>
          </p:cNvPicPr>
          <p:nvPr userDrawn="1"/>
        </p:nvPicPr>
        <p:blipFill rotWithShape="1">
          <a:blip r:embed="rId2">
            <a:extLst>
              <a:ext uri="{28A0092B-C50C-407E-A947-70E740481C1C}">
                <a14:useLocalDpi xmlns:a14="http://schemas.microsoft.com/office/drawing/2010/main" val="0"/>
              </a:ext>
            </a:extLst>
          </a:blip>
          <a:srcRect l="3580" t="5762" r="2391" b="6619"/>
          <a:stretch/>
        </p:blipFill>
        <p:spPr>
          <a:xfrm>
            <a:off x="205829" y="207166"/>
            <a:ext cx="1078994" cy="547096"/>
          </a:xfrm>
          <a:prstGeom prst="rect">
            <a:avLst/>
          </a:prstGeom>
          <a:ln>
            <a:noFill/>
          </a:ln>
        </p:spPr>
      </p:pic>
    </p:spTree>
    <p:extLst>
      <p:ext uri="{BB962C8B-B14F-4D97-AF65-F5344CB8AC3E}">
        <p14:creationId xmlns:p14="http://schemas.microsoft.com/office/powerpoint/2010/main" val="75314520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iapositiva texto + imagen 3">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EB80A6C6-5783-4F4A-881E-BB3F9E2501FD}"/>
              </a:ext>
            </a:extLst>
          </p:cNvPr>
          <p:cNvSpPr/>
          <p:nvPr userDrawn="1"/>
        </p:nvSpPr>
        <p:spPr>
          <a:xfrm>
            <a:off x="0" y="0"/>
            <a:ext cx="6096000" cy="258417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Marcador de posición de imagen 9">
            <a:extLst>
              <a:ext uri="{FF2B5EF4-FFF2-40B4-BE49-F238E27FC236}">
                <a16:creationId xmlns:a16="http://schemas.microsoft.com/office/drawing/2014/main" id="{DD90E773-A42D-4748-AD65-E6780664ACE5}"/>
              </a:ext>
            </a:extLst>
          </p:cNvPr>
          <p:cNvSpPr>
            <a:spLocks noGrp="1"/>
          </p:cNvSpPr>
          <p:nvPr>
            <p:ph type="pic" sz="quarter" idx="13" hasCustomPrompt="1"/>
          </p:nvPr>
        </p:nvSpPr>
        <p:spPr>
          <a:xfrm>
            <a:off x="6023113" y="0"/>
            <a:ext cx="6168887" cy="6858000"/>
          </a:xfrm>
          <a:prstGeom prst="rect">
            <a:avLst/>
          </a:prstGeom>
          <a:solidFill>
            <a:schemeClr val="tx2">
              <a:lumMod val="20000"/>
              <a:lumOff val="80000"/>
            </a:schemeClr>
          </a:solidFill>
        </p:spPr>
        <p:txBody>
          <a:bodyPr lIns="0" tIns="2448000" rIns="0" bIns="0" anchor="t" anchorCtr="0"/>
          <a:lstStyle>
            <a:lvl1pPr marL="0" indent="0" algn="ctr">
              <a:buFontTx/>
              <a:buNone/>
              <a:defRPr sz="1100"/>
            </a:lvl1pPr>
          </a:lstStyle>
          <a:p>
            <a:r>
              <a:rPr lang="es-ES" dirty="0"/>
              <a:t>INSERTAR IMAGEN</a:t>
            </a:r>
          </a:p>
        </p:txBody>
      </p: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1925883"/>
            <a:ext cx="5422739" cy="276999"/>
          </a:xfrm>
          <a:prstGeom prst="rect">
            <a:avLst/>
          </a:prstGeom>
        </p:spPr>
        <p:txBody>
          <a:bodyPr wrap="square" lIns="0" tIns="0" rIns="0" bIns="0">
            <a:spAutoFit/>
          </a:bodyPr>
          <a:lstStyle>
            <a:lvl1pPr marL="0" indent="0">
              <a:lnSpc>
                <a:spcPct val="100000"/>
              </a:lnSpc>
              <a:spcBef>
                <a:spcPts val="0"/>
              </a:spcBef>
              <a:spcAft>
                <a:spcPts val="0"/>
              </a:spcAft>
              <a:buFontTx/>
              <a:buNone/>
              <a:defRPr sz="1800">
                <a:solidFill>
                  <a:schemeClr val="bg2"/>
                </a:solidFill>
              </a:defRPr>
            </a:lvl1pPr>
          </a:lstStyle>
          <a:p>
            <a:pPr lvl="0"/>
            <a:r>
              <a:rPr lang="es-ES" dirty="0"/>
              <a:t>Texto</a:t>
            </a:r>
          </a:p>
        </p:txBody>
      </p:sp>
      <p:sp>
        <p:nvSpPr>
          <p:cNvPr id="31" name="Marcador de texto 17">
            <a:extLst>
              <a:ext uri="{FF2B5EF4-FFF2-40B4-BE49-F238E27FC236}">
                <a16:creationId xmlns:a16="http://schemas.microsoft.com/office/drawing/2014/main" id="{EE246D16-2802-5841-8009-478143B453A2}"/>
              </a:ext>
            </a:extLst>
          </p:cNvPr>
          <p:cNvSpPr>
            <a:spLocks noGrp="1"/>
          </p:cNvSpPr>
          <p:nvPr>
            <p:ph type="body" sz="quarter" idx="24" hasCustomPrompt="1"/>
          </p:nvPr>
        </p:nvSpPr>
        <p:spPr>
          <a:xfrm>
            <a:off x="457201" y="2944799"/>
            <a:ext cx="5422739" cy="200055"/>
          </a:xfrm>
          <a:prstGeom prst="rect">
            <a:avLst/>
          </a:prstGeom>
        </p:spPr>
        <p:txBody>
          <a:bodyPr wrap="square" lIns="0" tIns="0" rIns="0" bIns="0">
            <a:spAutoFit/>
          </a:bodyPr>
          <a:lstStyle>
            <a:lvl1pPr marL="0" indent="0">
              <a:lnSpc>
                <a:spcPct val="100000"/>
              </a:lnSpc>
              <a:spcBef>
                <a:spcPts val="0"/>
              </a:spcBef>
              <a:spcAft>
                <a:spcPts val="0"/>
              </a:spcAft>
              <a:buFontTx/>
              <a:buNone/>
              <a:defRPr sz="1300">
                <a:solidFill>
                  <a:schemeClr val="tx2"/>
                </a:solidFill>
              </a:defRPr>
            </a:lvl1pPr>
          </a:lstStyle>
          <a:p>
            <a:pPr lvl="0"/>
            <a:r>
              <a:rPr lang="es-ES" dirty="0"/>
              <a:t>Subtítulo</a:t>
            </a:r>
          </a:p>
        </p:txBody>
      </p:sp>
      <p:sp>
        <p:nvSpPr>
          <p:cNvPr id="40" name="Marcador de texto 17">
            <a:extLst>
              <a:ext uri="{FF2B5EF4-FFF2-40B4-BE49-F238E27FC236}">
                <a16:creationId xmlns:a16="http://schemas.microsoft.com/office/drawing/2014/main" id="{3AAB9086-BE5A-1D4F-A012-F6A45F51E2B5}"/>
              </a:ext>
            </a:extLst>
          </p:cNvPr>
          <p:cNvSpPr>
            <a:spLocks noGrp="1"/>
          </p:cNvSpPr>
          <p:nvPr>
            <p:ph type="body" sz="quarter" idx="27" hasCustomPrompt="1"/>
          </p:nvPr>
        </p:nvSpPr>
        <p:spPr>
          <a:xfrm>
            <a:off x="457200" y="31503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53" name="Marcador de fecha 3">
            <a:extLst>
              <a:ext uri="{FF2B5EF4-FFF2-40B4-BE49-F238E27FC236}">
                <a16:creationId xmlns:a16="http://schemas.microsoft.com/office/drawing/2014/main" id="{5B9E6149-7800-8B4D-8237-D995EC7CC948}"/>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54" name="Marcador de pie de página 4">
            <a:extLst>
              <a:ext uri="{FF2B5EF4-FFF2-40B4-BE49-F238E27FC236}">
                <a16:creationId xmlns:a16="http://schemas.microsoft.com/office/drawing/2014/main" id="{08A5AEA0-AFE5-3846-8BCD-5E08E9149B5E}"/>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16" name="Marcador de texto 17">
            <a:extLst>
              <a:ext uri="{FF2B5EF4-FFF2-40B4-BE49-F238E27FC236}">
                <a16:creationId xmlns:a16="http://schemas.microsoft.com/office/drawing/2014/main" id="{CF5D70E0-C3DD-4144-B454-150F774E1668}"/>
              </a:ext>
            </a:extLst>
          </p:cNvPr>
          <p:cNvSpPr>
            <a:spLocks noGrp="1"/>
          </p:cNvSpPr>
          <p:nvPr>
            <p:ph type="body" sz="quarter" idx="10"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bg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7" name="Título 1">
            <a:extLst>
              <a:ext uri="{FF2B5EF4-FFF2-40B4-BE49-F238E27FC236}">
                <a16:creationId xmlns:a16="http://schemas.microsoft.com/office/drawing/2014/main" id="{96C6CC44-B7A7-EA43-BF1B-FCEE1E8D3701}"/>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bg2"/>
                </a:solidFill>
                <a:latin typeface="+mn-lt"/>
              </a:defRPr>
            </a:lvl1pPr>
          </a:lstStyle>
          <a:p>
            <a:r>
              <a:rPr lang="es-ES" dirty="0"/>
              <a:t>Título diapositiva</a:t>
            </a:r>
          </a:p>
        </p:txBody>
      </p:sp>
      <p:pic>
        <p:nvPicPr>
          <p:cNvPr id="13" name="Imagen 12" descr="Logotipo&#10;&#10;Descripción generada automáticamente con confianza media">
            <a:extLst>
              <a:ext uri="{FF2B5EF4-FFF2-40B4-BE49-F238E27FC236}">
                <a16:creationId xmlns:a16="http://schemas.microsoft.com/office/drawing/2014/main" id="{FCF91364-3854-CC4A-BFD3-DB155CF93CC4}"/>
              </a:ext>
            </a:extLst>
          </p:cNvPr>
          <p:cNvPicPr>
            <a:picLocks noChangeAspect="1"/>
          </p:cNvPicPr>
          <p:nvPr userDrawn="1"/>
        </p:nvPicPr>
        <p:blipFill>
          <a:blip r:embed="rId2"/>
          <a:stretch>
            <a:fillRect/>
          </a:stretch>
        </p:blipFill>
        <p:spPr>
          <a:xfrm>
            <a:off x="272181" y="236654"/>
            <a:ext cx="939001" cy="460964"/>
          </a:xfrm>
          <a:prstGeom prst="rect">
            <a:avLst/>
          </a:prstGeom>
        </p:spPr>
      </p:pic>
      <p:pic>
        <p:nvPicPr>
          <p:cNvPr id="12" name="Imagen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22920" y="164764"/>
            <a:ext cx="1121538" cy="660897"/>
          </a:xfrm>
          <a:prstGeom prst="rect">
            <a:avLst/>
          </a:prstGeom>
          <a:solidFill>
            <a:schemeClr val="accent5"/>
          </a:solidFill>
        </p:spPr>
      </p:pic>
    </p:spTree>
    <p:extLst>
      <p:ext uri="{BB962C8B-B14F-4D97-AF65-F5344CB8AC3E}">
        <p14:creationId xmlns:p14="http://schemas.microsoft.com/office/powerpoint/2010/main" val="40405395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Diapositiva texto + imagen 4">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EB80A6C6-5783-4F4A-881E-BB3F9E2501FD}"/>
              </a:ext>
            </a:extLst>
          </p:cNvPr>
          <p:cNvSpPr/>
          <p:nvPr userDrawn="1"/>
        </p:nvSpPr>
        <p:spPr>
          <a:xfrm>
            <a:off x="0" y="0"/>
            <a:ext cx="6096000" cy="25841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Marcador de posición de imagen 9">
            <a:extLst>
              <a:ext uri="{FF2B5EF4-FFF2-40B4-BE49-F238E27FC236}">
                <a16:creationId xmlns:a16="http://schemas.microsoft.com/office/drawing/2014/main" id="{DD90E773-A42D-4748-AD65-E6780664ACE5}"/>
              </a:ext>
            </a:extLst>
          </p:cNvPr>
          <p:cNvSpPr>
            <a:spLocks noGrp="1"/>
          </p:cNvSpPr>
          <p:nvPr>
            <p:ph type="pic" sz="quarter" idx="13" hasCustomPrompt="1"/>
          </p:nvPr>
        </p:nvSpPr>
        <p:spPr>
          <a:xfrm>
            <a:off x="6023113" y="0"/>
            <a:ext cx="6168887" cy="6858000"/>
          </a:xfrm>
          <a:prstGeom prst="rect">
            <a:avLst/>
          </a:prstGeom>
          <a:solidFill>
            <a:schemeClr val="tx2">
              <a:lumMod val="20000"/>
              <a:lumOff val="80000"/>
            </a:schemeClr>
          </a:solidFill>
        </p:spPr>
        <p:txBody>
          <a:bodyPr lIns="0" tIns="2448000" rIns="0" bIns="0" anchor="t" anchorCtr="0"/>
          <a:lstStyle>
            <a:lvl1pPr marL="0" indent="0" algn="ctr">
              <a:buFontTx/>
              <a:buNone/>
              <a:defRPr sz="1100"/>
            </a:lvl1pPr>
          </a:lstStyle>
          <a:p>
            <a:r>
              <a:rPr lang="es-ES" dirty="0"/>
              <a:t>INSERTAR IMAGEN</a:t>
            </a:r>
          </a:p>
        </p:txBody>
      </p: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1925883"/>
            <a:ext cx="5422739" cy="276999"/>
          </a:xfrm>
          <a:prstGeom prst="rect">
            <a:avLst/>
          </a:prstGeom>
        </p:spPr>
        <p:txBody>
          <a:bodyPr wrap="square" lIns="0" tIns="0" rIns="0" bIns="0">
            <a:spAutoFit/>
          </a:bodyPr>
          <a:lstStyle>
            <a:lvl1pPr marL="0" indent="0">
              <a:lnSpc>
                <a:spcPct val="100000"/>
              </a:lnSpc>
              <a:spcBef>
                <a:spcPts val="0"/>
              </a:spcBef>
              <a:spcAft>
                <a:spcPts val="0"/>
              </a:spcAft>
              <a:buFontTx/>
              <a:buNone/>
              <a:defRPr sz="1800">
                <a:solidFill>
                  <a:schemeClr val="bg2"/>
                </a:solidFill>
              </a:defRPr>
            </a:lvl1pPr>
          </a:lstStyle>
          <a:p>
            <a:pPr lvl="0"/>
            <a:r>
              <a:rPr lang="es-ES" dirty="0"/>
              <a:t>Texto</a:t>
            </a:r>
          </a:p>
        </p:txBody>
      </p:sp>
      <p:sp>
        <p:nvSpPr>
          <p:cNvPr id="31" name="Marcador de texto 17">
            <a:extLst>
              <a:ext uri="{FF2B5EF4-FFF2-40B4-BE49-F238E27FC236}">
                <a16:creationId xmlns:a16="http://schemas.microsoft.com/office/drawing/2014/main" id="{EE246D16-2802-5841-8009-478143B453A2}"/>
              </a:ext>
            </a:extLst>
          </p:cNvPr>
          <p:cNvSpPr>
            <a:spLocks noGrp="1"/>
          </p:cNvSpPr>
          <p:nvPr>
            <p:ph type="body" sz="quarter" idx="24" hasCustomPrompt="1"/>
          </p:nvPr>
        </p:nvSpPr>
        <p:spPr>
          <a:xfrm>
            <a:off x="457201" y="2944799"/>
            <a:ext cx="5422739" cy="200055"/>
          </a:xfrm>
          <a:prstGeom prst="rect">
            <a:avLst/>
          </a:prstGeom>
        </p:spPr>
        <p:txBody>
          <a:bodyPr wrap="square" lIns="0" tIns="0" rIns="0" bIns="0">
            <a:spAutoFit/>
          </a:bodyPr>
          <a:lstStyle>
            <a:lvl1pPr marL="0" indent="0">
              <a:lnSpc>
                <a:spcPct val="100000"/>
              </a:lnSpc>
              <a:spcBef>
                <a:spcPts val="0"/>
              </a:spcBef>
              <a:spcAft>
                <a:spcPts val="0"/>
              </a:spcAft>
              <a:buFontTx/>
              <a:buNone/>
              <a:defRPr sz="1300">
                <a:solidFill>
                  <a:schemeClr val="tx2"/>
                </a:solidFill>
              </a:defRPr>
            </a:lvl1pPr>
          </a:lstStyle>
          <a:p>
            <a:pPr lvl="0"/>
            <a:r>
              <a:rPr lang="es-ES" dirty="0"/>
              <a:t>Subtítulo</a:t>
            </a:r>
          </a:p>
        </p:txBody>
      </p:sp>
      <p:sp>
        <p:nvSpPr>
          <p:cNvPr id="40" name="Marcador de texto 17">
            <a:extLst>
              <a:ext uri="{FF2B5EF4-FFF2-40B4-BE49-F238E27FC236}">
                <a16:creationId xmlns:a16="http://schemas.microsoft.com/office/drawing/2014/main" id="{3AAB9086-BE5A-1D4F-A012-F6A45F51E2B5}"/>
              </a:ext>
            </a:extLst>
          </p:cNvPr>
          <p:cNvSpPr>
            <a:spLocks noGrp="1"/>
          </p:cNvSpPr>
          <p:nvPr>
            <p:ph type="body" sz="quarter" idx="27" hasCustomPrompt="1"/>
          </p:nvPr>
        </p:nvSpPr>
        <p:spPr>
          <a:xfrm>
            <a:off x="457200" y="31503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53" name="Marcador de fecha 3">
            <a:extLst>
              <a:ext uri="{FF2B5EF4-FFF2-40B4-BE49-F238E27FC236}">
                <a16:creationId xmlns:a16="http://schemas.microsoft.com/office/drawing/2014/main" id="{5B9E6149-7800-8B4D-8237-D995EC7CC948}"/>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54" name="Marcador de pie de página 4">
            <a:extLst>
              <a:ext uri="{FF2B5EF4-FFF2-40B4-BE49-F238E27FC236}">
                <a16:creationId xmlns:a16="http://schemas.microsoft.com/office/drawing/2014/main" id="{08A5AEA0-AFE5-3846-8BCD-5E08E9149B5E}"/>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16" name="Marcador de texto 17">
            <a:extLst>
              <a:ext uri="{FF2B5EF4-FFF2-40B4-BE49-F238E27FC236}">
                <a16:creationId xmlns:a16="http://schemas.microsoft.com/office/drawing/2014/main" id="{CF5D70E0-C3DD-4144-B454-150F774E1668}"/>
              </a:ext>
            </a:extLst>
          </p:cNvPr>
          <p:cNvSpPr>
            <a:spLocks noGrp="1"/>
          </p:cNvSpPr>
          <p:nvPr>
            <p:ph type="body" sz="quarter" idx="10"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bg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7" name="Título 1">
            <a:extLst>
              <a:ext uri="{FF2B5EF4-FFF2-40B4-BE49-F238E27FC236}">
                <a16:creationId xmlns:a16="http://schemas.microsoft.com/office/drawing/2014/main" id="{96C6CC44-B7A7-EA43-BF1B-FCEE1E8D3701}"/>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bg2"/>
                </a:solidFill>
                <a:latin typeface="+mn-lt"/>
              </a:defRPr>
            </a:lvl1pPr>
          </a:lstStyle>
          <a:p>
            <a:r>
              <a:rPr lang="es-ES" dirty="0"/>
              <a:t>Título diapositiva</a:t>
            </a:r>
          </a:p>
        </p:txBody>
      </p:sp>
      <p:pic>
        <p:nvPicPr>
          <p:cNvPr id="12" name="Marcador de contenido 9"/>
          <p:cNvPicPr>
            <a:picLocks noChangeAspect="1"/>
          </p:cNvPicPr>
          <p:nvPr userDrawn="1"/>
        </p:nvPicPr>
        <p:blipFill rotWithShape="1">
          <a:blip r:embed="rId2">
            <a:extLst>
              <a:ext uri="{28A0092B-C50C-407E-A947-70E740481C1C}">
                <a14:useLocalDpi xmlns:a14="http://schemas.microsoft.com/office/drawing/2010/main" val="0"/>
              </a:ext>
            </a:extLst>
          </a:blip>
          <a:srcRect l="3580" t="5762" r="2391" b="6619"/>
          <a:stretch/>
        </p:blipFill>
        <p:spPr>
          <a:xfrm>
            <a:off x="205829" y="207166"/>
            <a:ext cx="1078994" cy="547096"/>
          </a:xfrm>
          <a:prstGeom prst="rect">
            <a:avLst/>
          </a:prstGeom>
          <a:ln>
            <a:noFill/>
          </a:ln>
        </p:spPr>
      </p:pic>
    </p:spTree>
    <p:extLst>
      <p:ext uri="{BB962C8B-B14F-4D97-AF65-F5344CB8AC3E}">
        <p14:creationId xmlns:p14="http://schemas.microsoft.com/office/powerpoint/2010/main" val="79511274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Diapositiva texto + imagen 5">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199" y="1863044"/>
            <a:ext cx="11208027" cy="1077218"/>
          </a:xfrm>
          <a:prstGeom prst="rect">
            <a:avLst/>
          </a:prstGeom>
        </p:spPr>
        <p:txBody>
          <a:bodyPr wrap="square" lIns="0" tIns="0" rIns="0" bIns="0">
            <a:spAutoFit/>
          </a:bodyPr>
          <a:lstStyle>
            <a:lvl1pPr marL="0" indent="0" algn="ctr">
              <a:lnSpc>
                <a:spcPct val="100000"/>
              </a:lnSpc>
              <a:spcBef>
                <a:spcPts val="0"/>
              </a:spcBef>
              <a:spcAft>
                <a:spcPts val="0"/>
              </a:spcAft>
              <a:buFontTx/>
              <a:buNone/>
              <a:defRPr sz="6800" spc="-150">
                <a:solidFill>
                  <a:schemeClr val="accent1"/>
                </a:solidFill>
              </a:defRPr>
            </a:lvl1pPr>
          </a:lstStyle>
          <a:p>
            <a:pPr lvl="0"/>
            <a:r>
              <a:rPr lang="es-ES" dirty="0"/>
              <a:t>Texto destacado</a:t>
            </a:r>
          </a:p>
        </p:txBody>
      </p:sp>
      <p:sp>
        <p:nvSpPr>
          <p:cNvPr id="11" name="Marcador de texto 17">
            <a:extLst>
              <a:ext uri="{FF2B5EF4-FFF2-40B4-BE49-F238E27FC236}">
                <a16:creationId xmlns:a16="http://schemas.microsoft.com/office/drawing/2014/main" id="{92DB7BEB-AAF2-2D43-9F99-5221469F9E6C}"/>
              </a:ext>
            </a:extLst>
          </p:cNvPr>
          <p:cNvSpPr>
            <a:spLocks noGrp="1"/>
          </p:cNvSpPr>
          <p:nvPr>
            <p:ph type="body" sz="quarter" idx="11" hasCustomPrompt="1"/>
          </p:nvPr>
        </p:nvSpPr>
        <p:spPr>
          <a:xfrm>
            <a:off x="526773" y="5550478"/>
            <a:ext cx="3597966" cy="621721"/>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1300">
                <a:solidFill>
                  <a:schemeClr val="bg2"/>
                </a:solidFill>
              </a:defRPr>
            </a:lvl1pPr>
          </a:lstStyle>
          <a:p>
            <a:pPr lvl="0"/>
            <a:r>
              <a:rPr lang="es-ES" dirty="0"/>
              <a:t>Texto</a:t>
            </a:r>
          </a:p>
        </p:txBody>
      </p:sp>
      <p:sp>
        <p:nvSpPr>
          <p:cNvPr id="12" name="Marcador de posición de imagen 9">
            <a:extLst>
              <a:ext uri="{FF2B5EF4-FFF2-40B4-BE49-F238E27FC236}">
                <a16:creationId xmlns:a16="http://schemas.microsoft.com/office/drawing/2014/main" id="{4D8ECEC0-8531-0B47-A4DC-CE1F038F5C9C}"/>
              </a:ext>
            </a:extLst>
          </p:cNvPr>
          <p:cNvSpPr>
            <a:spLocks noGrp="1"/>
          </p:cNvSpPr>
          <p:nvPr>
            <p:ph type="pic" sz="quarter" idx="13" hasCustomPrompt="1"/>
          </p:nvPr>
        </p:nvSpPr>
        <p:spPr>
          <a:xfrm>
            <a:off x="526774" y="3846443"/>
            <a:ext cx="3597966" cy="170403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13" name="Marcador de texto 17">
            <a:extLst>
              <a:ext uri="{FF2B5EF4-FFF2-40B4-BE49-F238E27FC236}">
                <a16:creationId xmlns:a16="http://schemas.microsoft.com/office/drawing/2014/main" id="{8401584E-4C05-C545-A858-9209C89145E6}"/>
              </a:ext>
            </a:extLst>
          </p:cNvPr>
          <p:cNvSpPr>
            <a:spLocks noGrp="1"/>
          </p:cNvSpPr>
          <p:nvPr>
            <p:ph type="body" sz="quarter" idx="14" hasCustomPrompt="1"/>
          </p:nvPr>
        </p:nvSpPr>
        <p:spPr>
          <a:xfrm>
            <a:off x="4297016" y="5550478"/>
            <a:ext cx="3597966" cy="621721"/>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1300">
                <a:solidFill>
                  <a:schemeClr val="bg2"/>
                </a:solidFill>
              </a:defRPr>
            </a:lvl1pPr>
          </a:lstStyle>
          <a:p>
            <a:pPr lvl="0"/>
            <a:r>
              <a:rPr lang="es-ES" dirty="0"/>
              <a:t>Texto</a:t>
            </a:r>
          </a:p>
        </p:txBody>
      </p:sp>
      <p:sp>
        <p:nvSpPr>
          <p:cNvPr id="14" name="Marcador de posición de imagen 9">
            <a:extLst>
              <a:ext uri="{FF2B5EF4-FFF2-40B4-BE49-F238E27FC236}">
                <a16:creationId xmlns:a16="http://schemas.microsoft.com/office/drawing/2014/main" id="{A19681D7-E8A5-B84A-B756-9E2807EF02D4}"/>
              </a:ext>
            </a:extLst>
          </p:cNvPr>
          <p:cNvSpPr>
            <a:spLocks noGrp="1"/>
          </p:cNvSpPr>
          <p:nvPr>
            <p:ph type="pic" sz="quarter" idx="15" hasCustomPrompt="1"/>
          </p:nvPr>
        </p:nvSpPr>
        <p:spPr>
          <a:xfrm>
            <a:off x="4297016" y="3846443"/>
            <a:ext cx="3597966" cy="170403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15" name="Marcador de texto 17">
            <a:extLst>
              <a:ext uri="{FF2B5EF4-FFF2-40B4-BE49-F238E27FC236}">
                <a16:creationId xmlns:a16="http://schemas.microsoft.com/office/drawing/2014/main" id="{C964DC76-D32B-534A-BA70-5CB9C61AE743}"/>
              </a:ext>
            </a:extLst>
          </p:cNvPr>
          <p:cNvSpPr>
            <a:spLocks noGrp="1"/>
          </p:cNvSpPr>
          <p:nvPr>
            <p:ph type="body" sz="quarter" idx="16" hasCustomPrompt="1"/>
          </p:nvPr>
        </p:nvSpPr>
        <p:spPr>
          <a:xfrm>
            <a:off x="8067260" y="5550478"/>
            <a:ext cx="3597966" cy="621721"/>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1300">
                <a:solidFill>
                  <a:schemeClr val="bg2"/>
                </a:solidFill>
              </a:defRPr>
            </a:lvl1pPr>
          </a:lstStyle>
          <a:p>
            <a:pPr lvl="0"/>
            <a:r>
              <a:rPr lang="es-ES" dirty="0"/>
              <a:t>Texto</a:t>
            </a:r>
          </a:p>
        </p:txBody>
      </p:sp>
      <p:sp>
        <p:nvSpPr>
          <p:cNvPr id="16" name="Marcador de posición de imagen 9">
            <a:extLst>
              <a:ext uri="{FF2B5EF4-FFF2-40B4-BE49-F238E27FC236}">
                <a16:creationId xmlns:a16="http://schemas.microsoft.com/office/drawing/2014/main" id="{927C432E-D065-7049-8202-2ADA5B18D827}"/>
              </a:ext>
            </a:extLst>
          </p:cNvPr>
          <p:cNvSpPr>
            <a:spLocks noGrp="1"/>
          </p:cNvSpPr>
          <p:nvPr>
            <p:ph type="pic" sz="quarter" idx="17" hasCustomPrompt="1"/>
          </p:nvPr>
        </p:nvSpPr>
        <p:spPr>
          <a:xfrm>
            <a:off x="8067260" y="3846443"/>
            <a:ext cx="3597966" cy="170403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25" name="Marcador de fecha 3">
            <a:extLst>
              <a:ext uri="{FF2B5EF4-FFF2-40B4-BE49-F238E27FC236}">
                <a16:creationId xmlns:a16="http://schemas.microsoft.com/office/drawing/2014/main" id="{F2D7A498-3EB7-4F45-AF19-EF583A6B3784}"/>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26" name="Marcador de pie de página 4">
            <a:extLst>
              <a:ext uri="{FF2B5EF4-FFF2-40B4-BE49-F238E27FC236}">
                <a16:creationId xmlns:a16="http://schemas.microsoft.com/office/drawing/2014/main" id="{72AA7FD7-9893-4D48-9730-26931799A252}"/>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17" name="Título 1">
            <a:extLst>
              <a:ext uri="{FF2B5EF4-FFF2-40B4-BE49-F238E27FC236}">
                <a16:creationId xmlns:a16="http://schemas.microsoft.com/office/drawing/2014/main" id="{D443CB88-9312-F646-BBDA-3E4C33BC267E}"/>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9" name="Imagen 18"/>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252293119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apositiva texto + imagen 6">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17DE5807-3F31-304D-86FD-32DAE8BF4AB1}"/>
              </a:ext>
            </a:extLst>
          </p:cNvPr>
          <p:cNvSpPr/>
          <p:nvPr userDrawn="1"/>
        </p:nvSpPr>
        <p:spPr>
          <a:xfrm>
            <a:off x="0" y="4442791"/>
            <a:ext cx="12192000" cy="24152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1" name="Marcador de texto 17">
            <a:extLst>
              <a:ext uri="{FF2B5EF4-FFF2-40B4-BE49-F238E27FC236}">
                <a16:creationId xmlns:a16="http://schemas.microsoft.com/office/drawing/2014/main" id="{92DB7BEB-AAF2-2D43-9F99-5221469F9E6C}"/>
              </a:ext>
            </a:extLst>
          </p:cNvPr>
          <p:cNvSpPr>
            <a:spLocks noGrp="1"/>
          </p:cNvSpPr>
          <p:nvPr>
            <p:ph type="body" sz="quarter" idx="11" hasCustomPrompt="1"/>
          </p:nvPr>
        </p:nvSpPr>
        <p:spPr>
          <a:xfrm>
            <a:off x="457198" y="5550478"/>
            <a:ext cx="3597966" cy="621721"/>
          </a:xfrm>
          <a:prstGeom prst="rect">
            <a:avLst/>
          </a:prstGeom>
          <a:solidFill>
            <a:schemeClr val="accent1"/>
          </a:solidFill>
        </p:spPr>
        <p:txBody>
          <a:bodyPr lIns="108000" tIns="108000" rIns="108000" bIns="108000">
            <a:noAutofit/>
          </a:bodyPr>
          <a:lstStyle>
            <a:lvl1pPr marL="0" indent="0">
              <a:lnSpc>
                <a:spcPct val="100000"/>
              </a:lnSpc>
              <a:spcBef>
                <a:spcPts val="0"/>
              </a:spcBef>
              <a:spcAft>
                <a:spcPts val="0"/>
              </a:spcAft>
              <a:buFontTx/>
              <a:buNone/>
              <a:defRPr sz="1300">
                <a:solidFill>
                  <a:schemeClr val="bg2"/>
                </a:solidFill>
              </a:defRPr>
            </a:lvl1pPr>
          </a:lstStyle>
          <a:p>
            <a:pPr lvl="0"/>
            <a:r>
              <a:rPr lang="es-ES" dirty="0"/>
              <a:t>Texto</a:t>
            </a:r>
          </a:p>
        </p:txBody>
      </p:sp>
      <p:sp>
        <p:nvSpPr>
          <p:cNvPr id="12" name="Marcador de posición de imagen 9">
            <a:extLst>
              <a:ext uri="{FF2B5EF4-FFF2-40B4-BE49-F238E27FC236}">
                <a16:creationId xmlns:a16="http://schemas.microsoft.com/office/drawing/2014/main" id="{4D8ECEC0-8531-0B47-A4DC-CE1F038F5C9C}"/>
              </a:ext>
            </a:extLst>
          </p:cNvPr>
          <p:cNvSpPr>
            <a:spLocks noGrp="1"/>
          </p:cNvSpPr>
          <p:nvPr>
            <p:ph type="pic" sz="quarter" idx="13" hasCustomPrompt="1"/>
          </p:nvPr>
        </p:nvSpPr>
        <p:spPr>
          <a:xfrm>
            <a:off x="457199" y="3846443"/>
            <a:ext cx="3597966" cy="170403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13" name="Marcador de texto 17">
            <a:extLst>
              <a:ext uri="{FF2B5EF4-FFF2-40B4-BE49-F238E27FC236}">
                <a16:creationId xmlns:a16="http://schemas.microsoft.com/office/drawing/2014/main" id="{8401584E-4C05-C545-A858-9209C89145E6}"/>
              </a:ext>
            </a:extLst>
          </p:cNvPr>
          <p:cNvSpPr>
            <a:spLocks noGrp="1"/>
          </p:cNvSpPr>
          <p:nvPr>
            <p:ph type="body" sz="quarter" idx="14" hasCustomPrompt="1"/>
          </p:nvPr>
        </p:nvSpPr>
        <p:spPr>
          <a:xfrm>
            <a:off x="4297015" y="5550478"/>
            <a:ext cx="3597966" cy="621721"/>
          </a:xfrm>
          <a:prstGeom prst="rect">
            <a:avLst/>
          </a:prstGeom>
          <a:solidFill>
            <a:schemeClr val="accent1"/>
          </a:solidFill>
        </p:spPr>
        <p:txBody>
          <a:bodyPr lIns="108000" tIns="108000" rIns="108000" bIns="108000">
            <a:noAutofit/>
          </a:bodyPr>
          <a:lstStyle>
            <a:lvl1pPr marL="0" indent="0">
              <a:lnSpc>
                <a:spcPct val="100000"/>
              </a:lnSpc>
              <a:spcBef>
                <a:spcPts val="0"/>
              </a:spcBef>
              <a:spcAft>
                <a:spcPts val="0"/>
              </a:spcAft>
              <a:buFontTx/>
              <a:buNone/>
              <a:defRPr sz="1300">
                <a:solidFill>
                  <a:schemeClr val="bg2"/>
                </a:solidFill>
              </a:defRPr>
            </a:lvl1pPr>
          </a:lstStyle>
          <a:p>
            <a:pPr lvl="0"/>
            <a:r>
              <a:rPr lang="es-ES" dirty="0"/>
              <a:t>Texto</a:t>
            </a:r>
          </a:p>
        </p:txBody>
      </p:sp>
      <p:sp>
        <p:nvSpPr>
          <p:cNvPr id="14" name="Marcador de posición de imagen 9">
            <a:extLst>
              <a:ext uri="{FF2B5EF4-FFF2-40B4-BE49-F238E27FC236}">
                <a16:creationId xmlns:a16="http://schemas.microsoft.com/office/drawing/2014/main" id="{A19681D7-E8A5-B84A-B756-9E2807EF02D4}"/>
              </a:ext>
            </a:extLst>
          </p:cNvPr>
          <p:cNvSpPr>
            <a:spLocks noGrp="1"/>
          </p:cNvSpPr>
          <p:nvPr>
            <p:ph type="pic" sz="quarter" idx="15" hasCustomPrompt="1"/>
          </p:nvPr>
        </p:nvSpPr>
        <p:spPr>
          <a:xfrm>
            <a:off x="4297015" y="3846443"/>
            <a:ext cx="3597966" cy="170403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15" name="Marcador de texto 17">
            <a:extLst>
              <a:ext uri="{FF2B5EF4-FFF2-40B4-BE49-F238E27FC236}">
                <a16:creationId xmlns:a16="http://schemas.microsoft.com/office/drawing/2014/main" id="{C964DC76-D32B-534A-BA70-5CB9C61AE743}"/>
              </a:ext>
            </a:extLst>
          </p:cNvPr>
          <p:cNvSpPr>
            <a:spLocks noGrp="1"/>
          </p:cNvSpPr>
          <p:nvPr>
            <p:ph type="body" sz="quarter" idx="16" hasCustomPrompt="1"/>
          </p:nvPr>
        </p:nvSpPr>
        <p:spPr>
          <a:xfrm>
            <a:off x="8136835" y="5550478"/>
            <a:ext cx="3597966" cy="621721"/>
          </a:xfrm>
          <a:prstGeom prst="rect">
            <a:avLst/>
          </a:prstGeom>
          <a:solidFill>
            <a:schemeClr val="accent1"/>
          </a:solidFill>
        </p:spPr>
        <p:txBody>
          <a:bodyPr lIns="108000" tIns="108000" rIns="108000" bIns="108000">
            <a:noAutofit/>
          </a:bodyPr>
          <a:lstStyle>
            <a:lvl1pPr marL="0" indent="0">
              <a:lnSpc>
                <a:spcPct val="100000"/>
              </a:lnSpc>
              <a:spcBef>
                <a:spcPts val="0"/>
              </a:spcBef>
              <a:spcAft>
                <a:spcPts val="0"/>
              </a:spcAft>
              <a:buFontTx/>
              <a:buNone/>
              <a:defRPr sz="1300">
                <a:solidFill>
                  <a:schemeClr val="bg2"/>
                </a:solidFill>
              </a:defRPr>
            </a:lvl1pPr>
          </a:lstStyle>
          <a:p>
            <a:pPr lvl="0"/>
            <a:r>
              <a:rPr lang="es-ES" dirty="0"/>
              <a:t>Texto</a:t>
            </a:r>
          </a:p>
        </p:txBody>
      </p:sp>
      <p:sp>
        <p:nvSpPr>
          <p:cNvPr id="16" name="Marcador de posición de imagen 9">
            <a:extLst>
              <a:ext uri="{FF2B5EF4-FFF2-40B4-BE49-F238E27FC236}">
                <a16:creationId xmlns:a16="http://schemas.microsoft.com/office/drawing/2014/main" id="{927C432E-D065-7049-8202-2ADA5B18D827}"/>
              </a:ext>
            </a:extLst>
          </p:cNvPr>
          <p:cNvSpPr>
            <a:spLocks noGrp="1"/>
          </p:cNvSpPr>
          <p:nvPr>
            <p:ph type="pic" sz="quarter" idx="17" hasCustomPrompt="1"/>
          </p:nvPr>
        </p:nvSpPr>
        <p:spPr>
          <a:xfrm>
            <a:off x="8136835" y="3846443"/>
            <a:ext cx="3597966" cy="170403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3597965" cy="200055"/>
          </a:xfrm>
          <a:prstGeom prst="rect">
            <a:avLst/>
          </a:prstGeom>
          <a:noFill/>
          <a:ln>
            <a:noFill/>
          </a:ln>
        </p:spPr>
        <p:txBody>
          <a:bodyPr wrap="square" lIns="0" tIns="0" rIns="0" bIns="0" numCol="4">
            <a:spAutoFit/>
          </a:bodyPr>
          <a:lstStyle>
            <a:lvl1pPr marL="0" indent="0" algn="ctr">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 </a:t>
            </a:r>
          </a:p>
          <a:p>
            <a:pPr lvl="0"/>
            <a:r>
              <a:rPr lang="es-ES" dirty="0"/>
              <a:t>Texto</a:t>
            </a:r>
          </a:p>
          <a:p>
            <a:pPr lvl="0"/>
            <a:r>
              <a:rPr lang="es-ES" dirty="0"/>
              <a:t>Texto</a:t>
            </a:r>
          </a:p>
          <a:p>
            <a:pPr lvl="0"/>
            <a:r>
              <a:rPr lang="es-ES" dirty="0"/>
              <a:t>Texto</a:t>
            </a:r>
          </a:p>
        </p:txBody>
      </p:sp>
      <p:sp>
        <p:nvSpPr>
          <p:cNvPr id="20" name="Marcador de texto 17">
            <a:extLst>
              <a:ext uri="{FF2B5EF4-FFF2-40B4-BE49-F238E27FC236}">
                <a16:creationId xmlns:a16="http://schemas.microsoft.com/office/drawing/2014/main" id="{70825632-C58B-FC45-BE47-34291A3F1AD9}"/>
              </a:ext>
            </a:extLst>
          </p:cNvPr>
          <p:cNvSpPr>
            <a:spLocks noGrp="1"/>
          </p:cNvSpPr>
          <p:nvPr>
            <p:ph type="body" sz="quarter" idx="19" hasCustomPrompt="1"/>
          </p:nvPr>
        </p:nvSpPr>
        <p:spPr>
          <a:xfrm>
            <a:off x="4297016"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1" name="Conector recto 20">
            <a:extLst>
              <a:ext uri="{FF2B5EF4-FFF2-40B4-BE49-F238E27FC236}">
                <a16:creationId xmlns:a16="http://schemas.microsoft.com/office/drawing/2014/main" id="{D7F03C65-9AD2-2F41-9A8B-01CD6D233731}"/>
              </a:ext>
            </a:extLst>
          </p:cNvPr>
          <p:cNvCxnSpPr>
            <a:cxnSpLocks/>
          </p:cNvCxnSpPr>
          <p:nvPr userDrawn="1"/>
        </p:nvCxnSpPr>
        <p:spPr>
          <a:xfrm>
            <a:off x="4297015"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Marcador de texto 17">
            <a:extLst>
              <a:ext uri="{FF2B5EF4-FFF2-40B4-BE49-F238E27FC236}">
                <a16:creationId xmlns:a16="http://schemas.microsoft.com/office/drawing/2014/main" id="{CDD6CA3E-FED1-654D-A543-0282791663B6}"/>
              </a:ext>
            </a:extLst>
          </p:cNvPr>
          <p:cNvSpPr>
            <a:spLocks noGrp="1"/>
          </p:cNvSpPr>
          <p:nvPr>
            <p:ph type="body" sz="quarter" idx="20" hasCustomPrompt="1"/>
          </p:nvPr>
        </p:nvSpPr>
        <p:spPr>
          <a:xfrm>
            <a:off x="4297016" y="2458952"/>
            <a:ext cx="3597965" cy="200055"/>
          </a:xfrm>
          <a:prstGeom prst="rect">
            <a:avLst/>
          </a:prstGeom>
          <a:noFill/>
          <a:ln>
            <a:noFill/>
          </a:ln>
        </p:spPr>
        <p:txBody>
          <a:bodyPr wrap="square" lIns="0" tIns="0" rIns="0" bIns="0" numCol="4">
            <a:spAutoFit/>
          </a:bodyPr>
          <a:lstStyle>
            <a:lvl1pPr marL="0" indent="0" algn="ctr">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 </a:t>
            </a:r>
          </a:p>
          <a:p>
            <a:pPr lvl="0"/>
            <a:r>
              <a:rPr lang="es-ES" dirty="0"/>
              <a:t>Texto</a:t>
            </a:r>
          </a:p>
          <a:p>
            <a:pPr lvl="0"/>
            <a:r>
              <a:rPr lang="es-ES" dirty="0"/>
              <a:t>Texto</a:t>
            </a:r>
          </a:p>
          <a:p>
            <a:pPr lvl="0"/>
            <a:r>
              <a:rPr lang="es-ES" dirty="0"/>
              <a:t>Texto</a:t>
            </a:r>
          </a:p>
        </p:txBody>
      </p:sp>
      <p:sp>
        <p:nvSpPr>
          <p:cNvPr id="23" name="Marcador de texto 17">
            <a:extLst>
              <a:ext uri="{FF2B5EF4-FFF2-40B4-BE49-F238E27FC236}">
                <a16:creationId xmlns:a16="http://schemas.microsoft.com/office/drawing/2014/main" id="{870936B8-E2BF-E240-9296-E02A6216086C}"/>
              </a:ext>
            </a:extLst>
          </p:cNvPr>
          <p:cNvSpPr>
            <a:spLocks noGrp="1"/>
          </p:cNvSpPr>
          <p:nvPr>
            <p:ph type="body" sz="quarter" idx="21" hasCustomPrompt="1"/>
          </p:nvPr>
        </p:nvSpPr>
        <p:spPr>
          <a:xfrm>
            <a:off x="8136835"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36835"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Marcador de texto 17">
            <a:extLst>
              <a:ext uri="{FF2B5EF4-FFF2-40B4-BE49-F238E27FC236}">
                <a16:creationId xmlns:a16="http://schemas.microsoft.com/office/drawing/2014/main" id="{DFDFB09F-66C3-4041-8371-A4628D9604A0}"/>
              </a:ext>
            </a:extLst>
          </p:cNvPr>
          <p:cNvSpPr>
            <a:spLocks noGrp="1"/>
          </p:cNvSpPr>
          <p:nvPr>
            <p:ph type="body" sz="quarter" idx="22" hasCustomPrompt="1"/>
          </p:nvPr>
        </p:nvSpPr>
        <p:spPr>
          <a:xfrm>
            <a:off x="8136835" y="2458952"/>
            <a:ext cx="3597965" cy="200055"/>
          </a:xfrm>
          <a:prstGeom prst="rect">
            <a:avLst/>
          </a:prstGeom>
          <a:noFill/>
          <a:ln>
            <a:noFill/>
          </a:ln>
        </p:spPr>
        <p:txBody>
          <a:bodyPr wrap="square" lIns="0" tIns="0" rIns="0" bIns="0" numCol="4">
            <a:spAutoFit/>
          </a:bodyPr>
          <a:lstStyle>
            <a:lvl1pPr marL="0" indent="0" algn="ctr">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 </a:t>
            </a:r>
          </a:p>
          <a:p>
            <a:pPr lvl="0"/>
            <a:r>
              <a:rPr lang="es-ES" dirty="0"/>
              <a:t>Texto</a:t>
            </a:r>
          </a:p>
          <a:p>
            <a:pPr lvl="0"/>
            <a:r>
              <a:rPr lang="es-ES" dirty="0"/>
              <a:t>Texto</a:t>
            </a:r>
          </a:p>
          <a:p>
            <a:pPr lvl="0"/>
            <a:r>
              <a:rPr lang="es-ES" dirty="0"/>
              <a:t>Texto</a:t>
            </a:r>
          </a:p>
        </p:txBody>
      </p:sp>
      <p:sp>
        <p:nvSpPr>
          <p:cNvPr id="28" name="Marcador de fecha 3">
            <a:extLst>
              <a:ext uri="{FF2B5EF4-FFF2-40B4-BE49-F238E27FC236}">
                <a16:creationId xmlns:a16="http://schemas.microsoft.com/office/drawing/2014/main" id="{7F2A91B8-AB0C-8445-88F6-06419C33D20A}"/>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bg1"/>
                </a:solidFill>
              </a:defRPr>
            </a:lvl1pPr>
          </a:lstStyle>
          <a:p>
            <a:r>
              <a:rPr lang="es-ES"/>
              <a:t>Fecha y Lugar</a:t>
            </a:r>
            <a:endParaRPr lang="es-ES" dirty="0"/>
          </a:p>
        </p:txBody>
      </p:sp>
      <p:sp>
        <p:nvSpPr>
          <p:cNvPr id="29" name="Marcador de pie de página 4">
            <a:extLst>
              <a:ext uri="{FF2B5EF4-FFF2-40B4-BE49-F238E27FC236}">
                <a16:creationId xmlns:a16="http://schemas.microsoft.com/office/drawing/2014/main" id="{9D58B64E-E032-D64E-8B43-E42B1C67E970}"/>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bg1"/>
                </a:solidFill>
              </a:defRPr>
            </a:lvl1pPr>
          </a:lstStyle>
          <a:p>
            <a:r>
              <a:rPr lang="es-ES"/>
              <a:t>OHLA</a:t>
            </a:r>
            <a:endParaRPr lang="es-ES" dirty="0"/>
          </a:p>
        </p:txBody>
      </p:sp>
      <p:sp>
        <p:nvSpPr>
          <p:cNvPr id="26" name="Título 1">
            <a:extLst>
              <a:ext uri="{FF2B5EF4-FFF2-40B4-BE49-F238E27FC236}">
                <a16:creationId xmlns:a16="http://schemas.microsoft.com/office/drawing/2014/main" id="{2097DCD6-3DFD-7C4D-9BB7-F4FD31D2CE73}"/>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27" name="Imagen 26"/>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377486141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Diapositiva texto + imagen 7">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2460487"/>
            <a:ext cx="5353164"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35" name="Marcador de texto 17">
            <a:extLst>
              <a:ext uri="{FF2B5EF4-FFF2-40B4-BE49-F238E27FC236}">
                <a16:creationId xmlns:a16="http://schemas.microsoft.com/office/drawing/2014/main" id="{A4E45F24-7A78-4742-864E-0B022D883966}"/>
              </a:ext>
            </a:extLst>
          </p:cNvPr>
          <p:cNvSpPr>
            <a:spLocks noGrp="1"/>
          </p:cNvSpPr>
          <p:nvPr>
            <p:ph type="body" sz="quarter" idx="16" hasCustomPrompt="1"/>
          </p:nvPr>
        </p:nvSpPr>
        <p:spPr>
          <a:xfrm>
            <a:off x="6381635" y="6275603"/>
            <a:ext cx="5353163"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36" name="Marcador de posición de imagen 9">
            <a:extLst>
              <a:ext uri="{FF2B5EF4-FFF2-40B4-BE49-F238E27FC236}">
                <a16:creationId xmlns:a16="http://schemas.microsoft.com/office/drawing/2014/main" id="{8BA58BFF-F155-4142-9E7B-554F5F26534B}"/>
              </a:ext>
            </a:extLst>
          </p:cNvPr>
          <p:cNvSpPr>
            <a:spLocks noGrp="1"/>
          </p:cNvSpPr>
          <p:nvPr>
            <p:ph type="pic" sz="quarter" idx="17" hasCustomPrompt="1"/>
          </p:nvPr>
        </p:nvSpPr>
        <p:spPr>
          <a:xfrm>
            <a:off x="6381636" y="2336656"/>
            <a:ext cx="5353164" cy="3938940"/>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14" name="Marcador de fecha 3">
            <a:extLst>
              <a:ext uri="{FF2B5EF4-FFF2-40B4-BE49-F238E27FC236}">
                <a16:creationId xmlns:a16="http://schemas.microsoft.com/office/drawing/2014/main" id="{E9E1A291-38C7-0A44-BEE6-C3407965C62C}"/>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5" name="Marcador de pie de página 4">
            <a:extLst>
              <a:ext uri="{FF2B5EF4-FFF2-40B4-BE49-F238E27FC236}">
                <a16:creationId xmlns:a16="http://schemas.microsoft.com/office/drawing/2014/main" id="{7E609033-4ABC-1149-836F-A062BEAA36C6}"/>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25" name="Marcador de texto 17">
            <a:extLst>
              <a:ext uri="{FF2B5EF4-FFF2-40B4-BE49-F238E27FC236}">
                <a16:creationId xmlns:a16="http://schemas.microsoft.com/office/drawing/2014/main" id="{18151F98-B36D-4840-9248-457AC0E117C4}"/>
              </a:ext>
            </a:extLst>
          </p:cNvPr>
          <p:cNvSpPr>
            <a:spLocks noGrp="1"/>
          </p:cNvSpPr>
          <p:nvPr>
            <p:ph type="body" sz="quarter" idx="29" hasCustomPrompt="1"/>
          </p:nvPr>
        </p:nvSpPr>
        <p:spPr>
          <a:xfrm>
            <a:off x="457201" y="1286740"/>
            <a:ext cx="5353164"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6" name="Título 1">
            <a:extLst>
              <a:ext uri="{FF2B5EF4-FFF2-40B4-BE49-F238E27FC236}">
                <a16:creationId xmlns:a16="http://schemas.microsoft.com/office/drawing/2014/main" id="{BC29DB13-56FB-B74E-B47C-3D676199E555}"/>
              </a:ext>
            </a:extLst>
          </p:cNvPr>
          <p:cNvSpPr>
            <a:spLocks noGrp="1"/>
          </p:cNvSpPr>
          <p:nvPr>
            <p:ph type="ctrTitle" hasCustomPrompt="1"/>
          </p:nvPr>
        </p:nvSpPr>
        <p:spPr>
          <a:xfrm>
            <a:off x="457201" y="873516"/>
            <a:ext cx="5353164"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2" name="Imagen 11"/>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407325078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Diapositiva texto + imagen 8">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2460487"/>
            <a:ext cx="5353164"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36" name="Marcador de posición de imagen 9">
            <a:extLst>
              <a:ext uri="{FF2B5EF4-FFF2-40B4-BE49-F238E27FC236}">
                <a16:creationId xmlns:a16="http://schemas.microsoft.com/office/drawing/2014/main" id="{8BA58BFF-F155-4142-9E7B-554F5F26534B}"/>
              </a:ext>
            </a:extLst>
          </p:cNvPr>
          <p:cNvSpPr>
            <a:spLocks noGrp="1"/>
          </p:cNvSpPr>
          <p:nvPr>
            <p:ph type="pic" sz="quarter" idx="17" hasCustomPrompt="1"/>
          </p:nvPr>
        </p:nvSpPr>
        <p:spPr>
          <a:xfrm>
            <a:off x="6381636" y="2336656"/>
            <a:ext cx="5353164"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42" name="Marcador de texto 17">
            <a:extLst>
              <a:ext uri="{FF2B5EF4-FFF2-40B4-BE49-F238E27FC236}">
                <a16:creationId xmlns:a16="http://schemas.microsoft.com/office/drawing/2014/main" id="{1824D511-8410-D844-801D-502B98EBF34C}"/>
              </a:ext>
            </a:extLst>
          </p:cNvPr>
          <p:cNvSpPr>
            <a:spLocks noGrp="1"/>
          </p:cNvSpPr>
          <p:nvPr>
            <p:ph type="body" sz="quarter" idx="21" hasCustomPrompt="1"/>
          </p:nvPr>
        </p:nvSpPr>
        <p:spPr>
          <a:xfrm>
            <a:off x="6381635" y="4078310"/>
            <a:ext cx="5353163"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46" name="Marcador de posición de imagen 9">
            <a:extLst>
              <a:ext uri="{FF2B5EF4-FFF2-40B4-BE49-F238E27FC236}">
                <a16:creationId xmlns:a16="http://schemas.microsoft.com/office/drawing/2014/main" id="{9BA58115-F7CD-1640-B71A-8C161D5B4B36}"/>
              </a:ext>
            </a:extLst>
          </p:cNvPr>
          <p:cNvSpPr>
            <a:spLocks noGrp="1"/>
          </p:cNvSpPr>
          <p:nvPr>
            <p:ph type="pic" sz="quarter" idx="22" hasCustomPrompt="1"/>
          </p:nvPr>
        </p:nvSpPr>
        <p:spPr>
          <a:xfrm>
            <a:off x="6381636" y="4534733"/>
            <a:ext cx="5353164"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47" name="Marcador de texto 17">
            <a:extLst>
              <a:ext uri="{FF2B5EF4-FFF2-40B4-BE49-F238E27FC236}">
                <a16:creationId xmlns:a16="http://schemas.microsoft.com/office/drawing/2014/main" id="{1F117D13-2205-C04A-BB3F-724180B20CAA}"/>
              </a:ext>
            </a:extLst>
          </p:cNvPr>
          <p:cNvSpPr>
            <a:spLocks noGrp="1"/>
          </p:cNvSpPr>
          <p:nvPr>
            <p:ph type="body" sz="quarter" idx="23" hasCustomPrompt="1"/>
          </p:nvPr>
        </p:nvSpPr>
        <p:spPr>
          <a:xfrm>
            <a:off x="6381635" y="6276387"/>
            <a:ext cx="5353163"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16" name="Marcador de fecha 3">
            <a:extLst>
              <a:ext uri="{FF2B5EF4-FFF2-40B4-BE49-F238E27FC236}">
                <a16:creationId xmlns:a16="http://schemas.microsoft.com/office/drawing/2014/main" id="{DEB21E5C-9AF0-724E-8BD3-240F43B796D5}"/>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7" name="Marcador de pie de página 4">
            <a:extLst>
              <a:ext uri="{FF2B5EF4-FFF2-40B4-BE49-F238E27FC236}">
                <a16:creationId xmlns:a16="http://schemas.microsoft.com/office/drawing/2014/main" id="{3EC8D86A-074E-F24F-9FF2-131434D1E6C6}"/>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20" name="Marcador de texto 17">
            <a:extLst>
              <a:ext uri="{FF2B5EF4-FFF2-40B4-BE49-F238E27FC236}">
                <a16:creationId xmlns:a16="http://schemas.microsoft.com/office/drawing/2014/main" id="{E2C70575-77F0-E947-A21E-8D9858FD88E3}"/>
              </a:ext>
            </a:extLst>
          </p:cNvPr>
          <p:cNvSpPr>
            <a:spLocks noGrp="1"/>
          </p:cNvSpPr>
          <p:nvPr>
            <p:ph type="body" sz="quarter" idx="29" hasCustomPrompt="1"/>
          </p:nvPr>
        </p:nvSpPr>
        <p:spPr>
          <a:xfrm>
            <a:off x="457201" y="1286740"/>
            <a:ext cx="5353164"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1" name="Título 1">
            <a:extLst>
              <a:ext uri="{FF2B5EF4-FFF2-40B4-BE49-F238E27FC236}">
                <a16:creationId xmlns:a16="http://schemas.microsoft.com/office/drawing/2014/main" id="{2478470D-53D4-8C46-BA15-E4EDF746CA24}"/>
              </a:ext>
            </a:extLst>
          </p:cNvPr>
          <p:cNvSpPr>
            <a:spLocks noGrp="1"/>
          </p:cNvSpPr>
          <p:nvPr>
            <p:ph type="ctrTitle" hasCustomPrompt="1"/>
          </p:nvPr>
        </p:nvSpPr>
        <p:spPr>
          <a:xfrm>
            <a:off x="457201" y="873516"/>
            <a:ext cx="5353164"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4" name="Imagen 13"/>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16328093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Diapositiva texto + imagen 9">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2460487"/>
            <a:ext cx="5353165"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36" name="Marcador de posición de imagen 9">
            <a:extLst>
              <a:ext uri="{FF2B5EF4-FFF2-40B4-BE49-F238E27FC236}">
                <a16:creationId xmlns:a16="http://schemas.microsoft.com/office/drawing/2014/main" id="{8BA58BFF-F155-4142-9E7B-554F5F26534B}"/>
              </a:ext>
            </a:extLst>
          </p:cNvPr>
          <p:cNvSpPr>
            <a:spLocks noGrp="1"/>
          </p:cNvSpPr>
          <p:nvPr>
            <p:ph type="pic" sz="quarter" idx="17" hasCustomPrompt="1"/>
          </p:nvPr>
        </p:nvSpPr>
        <p:spPr>
          <a:xfrm>
            <a:off x="6381636" y="2312385"/>
            <a:ext cx="2618848"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42" name="Marcador de texto 17">
            <a:extLst>
              <a:ext uri="{FF2B5EF4-FFF2-40B4-BE49-F238E27FC236}">
                <a16:creationId xmlns:a16="http://schemas.microsoft.com/office/drawing/2014/main" id="{1824D511-8410-D844-801D-502B98EBF34C}"/>
              </a:ext>
            </a:extLst>
          </p:cNvPr>
          <p:cNvSpPr>
            <a:spLocks noGrp="1"/>
          </p:cNvSpPr>
          <p:nvPr>
            <p:ph type="body" sz="quarter" idx="21" hasCustomPrompt="1"/>
          </p:nvPr>
        </p:nvSpPr>
        <p:spPr>
          <a:xfrm>
            <a:off x="6381635" y="4054039"/>
            <a:ext cx="2618847"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46" name="Marcador de posición de imagen 9">
            <a:extLst>
              <a:ext uri="{FF2B5EF4-FFF2-40B4-BE49-F238E27FC236}">
                <a16:creationId xmlns:a16="http://schemas.microsoft.com/office/drawing/2014/main" id="{9BA58115-F7CD-1640-B71A-8C161D5B4B36}"/>
              </a:ext>
            </a:extLst>
          </p:cNvPr>
          <p:cNvSpPr>
            <a:spLocks noGrp="1"/>
          </p:cNvSpPr>
          <p:nvPr>
            <p:ph type="pic" sz="quarter" idx="22" hasCustomPrompt="1"/>
          </p:nvPr>
        </p:nvSpPr>
        <p:spPr>
          <a:xfrm>
            <a:off x="6381636" y="4510462"/>
            <a:ext cx="2618848"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50" name="Marcador de posición de imagen 9">
            <a:extLst>
              <a:ext uri="{FF2B5EF4-FFF2-40B4-BE49-F238E27FC236}">
                <a16:creationId xmlns:a16="http://schemas.microsoft.com/office/drawing/2014/main" id="{AF6415DB-2F87-A24D-BB3D-6A5AEC4887AE}"/>
              </a:ext>
            </a:extLst>
          </p:cNvPr>
          <p:cNvSpPr>
            <a:spLocks noGrp="1"/>
          </p:cNvSpPr>
          <p:nvPr>
            <p:ph type="pic" sz="quarter" idx="24" hasCustomPrompt="1"/>
          </p:nvPr>
        </p:nvSpPr>
        <p:spPr>
          <a:xfrm>
            <a:off x="9115952" y="2312385"/>
            <a:ext cx="2618848"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47" name="Marcador de texto 17">
            <a:extLst>
              <a:ext uri="{FF2B5EF4-FFF2-40B4-BE49-F238E27FC236}">
                <a16:creationId xmlns:a16="http://schemas.microsoft.com/office/drawing/2014/main" id="{1F117D13-2205-C04A-BB3F-724180B20CAA}"/>
              </a:ext>
            </a:extLst>
          </p:cNvPr>
          <p:cNvSpPr>
            <a:spLocks noGrp="1"/>
          </p:cNvSpPr>
          <p:nvPr>
            <p:ph type="body" sz="quarter" idx="23" hasCustomPrompt="1"/>
          </p:nvPr>
        </p:nvSpPr>
        <p:spPr>
          <a:xfrm>
            <a:off x="6381636" y="6252116"/>
            <a:ext cx="2618848"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51" name="Marcador de texto 17">
            <a:extLst>
              <a:ext uri="{FF2B5EF4-FFF2-40B4-BE49-F238E27FC236}">
                <a16:creationId xmlns:a16="http://schemas.microsoft.com/office/drawing/2014/main" id="{42547E42-92DD-DA4F-AC51-2BD3D245FDB4}"/>
              </a:ext>
            </a:extLst>
          </p:cNvPr>
          <p:cNvSpPr>
            <a:spLocks noGrp="1"/>
          </p:cNvSpPr>
          <p:nvPr>
            <p:ph type="body" sz="quarter" idx="25" hasCustomPrompt="1"/>
          </p:nvPr>
        </p:nvSpPr>
        <p:spPr>
          <a:xfrm>
            <a:off x="9115952" y="4054039"/>
            <a:ext cx="2618848"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53" name="Marcador de texto 17">
            <a:extLst>
              <a:ext uri="{FF2B5EF4-FFF2-40B4-BE49-F238E27FC236}">
                <a16:creationId xmlns:a16="http://schemas.microsoft.com/office/drawing/2014/main" id="{D31403C6-61DE-FD4E-A5D7-996E273BC980}"/>
              </a:ext>
            </a:extLst>
          </p:cNvPr>
          <p:cNvSpPr>
            <a:spLocks noGrp="1"/>
          </p:cNvSpPr>
          <p:nvPr>
            <p:ph type="body" sz="quarter" idx="27" hasCustomPrompt="1"/>
          </p:nvPr>
        </p:nvSpPr>
        <p:spPr>
          <a:xfrm>
            <a:off x="9115952" y="6252116"/>
            <a:ext cx="2618848"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57" name="Marcador de posición de imagen 9">
            <a:extLst>
              <a:ext uri="{FF2B5EF4-FFF2-40B4-BE49-F238E27FC236}">
                <a16:creationId xmlns:a16="http://schemas.microsoft.com/office/drawing/2014/main" id="{2DC787A2-5883-604B-AF3A-FEF810AF2BE4}"/>
              </a:ext>
            </a:extLst>
          </p:cNvPr>
          <p:cNvSpPr>
            <a:spLocks noGrp="1"/>
          </p:cNvSpPr>
          <p:nvPr>
            <p:ph type="pic" sz="quarter" idx="28" hasCustomPrompt="1"/>
          </p:nvPr>
        </p:nvSpPr>
        <p:spPr>
          <a:xfrm>
            <a:off x="9115952" y="4510462"/>
            <a:ext cx="2618848"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60" name="Marcador de fecha 3">
            <a:extLst>
              <a:ext uri="{FF2B5EF4-FFF2-40B4-BE49-F238E27FC236}">
                <a16:creationId xmlns:a16="http://schemas.microsoft.com/office/drawing/2014/main" id="{66575DB8-FFFA-7349-8511-187C3583E75E}"/>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61" name="Marcador de pie de página 4">
            <a:extLst>
              <a:ext uri="{FF2B5EF4-FFF2-40B4-BE49-F238E27FC236}">
                <a16:creationId xmlns:a16="http://schemas.microsoft.com/office/drawing/2014/main" id="{4C30BFE5-8D12-5546-B67F-B748DBD48D49}"/>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20" name="Marcador de texto 17">
            <a:extLst>
              <a:ext uri="{FF2B5EF4-FFF2-40B4-BE49-F238E27FC236}">
                <a16:creationId xmlns:a16="http://schemas.microsoft.com/office/drawing/2014/main" id="{9E9E8E87-C06C-E243-86AF-9FDD09E901A8}"/>
              </a:ext>
            </a:extLst>
          </p:cNvPr>
          <p:cNvSpPr>
            <a:spLocks noGrp="1"/>
          </p:cNvSpPr>
          <p:nvPr>
            <p:ph type="body" sz="quarter" idx="29" hasCustomPrompt="1"/>
          </p:nvPr>
        </p:nvSpPr>
        <p:spPr>
          <a:xfrm>
            <a:off x="457200" y="1286740"/>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1" name="Título 1">
            <a:extLst>
              <a:ext uri="{FF2B5EF4-FFF2-40B4-BE49-F238E27FC236}">
                <a16:creationId xmlns:a16="http://schemas.microsoft.com/office/drawing/2014/main" id="{7C13D8CF-C0A5-EE47-A396-61E55404180F}"/>
              </a:ext>
            </a:extLst>
          </p:cNvPr>
          <p:cNvSpPr>
            <a:spLocks noGrp="1"/>
          </p:cNvSpPr>
          <p:nvPr>
            <p:ph type="ctrTitle" hasCustomPrompt="1"/>
          </p:nvPr>
        </p:nvSpPr>
        <p:spPr>
          <a:xfrm>
            <a:off x="457200" y="873516"/>
            <a:ext cx="5353165"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9" name="Imagen 18"/>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20993774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Diapositiva texto + imagen 10">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4744952"/>
            <a:ext cx="5353165" cy="243656"/>
          </a:xfrm>
          <a:prstGeom prst="rect">
            <a:avLst/>
          </a:prstGeom>
          <a:noFill/>
          <a:ln>
            <a:noFill/>
          </a:ln>
        </p:spPr>
        <p:txBody>
          <a:bodyPr wrap="square" lIns="0" tIns="0" rIns="0" bIns="0" numCol="1">
            <a:spAutoFit/>
          </a:bodyPr>
          <a:lstStyle>
            <a:lvl1pPr marL="0" indent="0" algn="l">
              <a:lnSpc>
                <a:spcPts val="1860"/>
              </a:lnSpc>
              <a:spcBef>
                <a:spcPts val="0"/>
              </a:spcBef>
              <a:spcAft>
                <a:spcPts val="0"/>
              </a:spcAft>
              <a:buFontTx/>
              <a:buNone/>
              <a:defRPr sz="1800" b="0" i="0">
                <a:solidFill>
                  <a:schemeClr val="tx2"/>
                </a:solidFill>
                <a:latin typeface="Calibri" panose="020F0502020204030204" pitchFamily="34" charset="0"/>
                <a:cs typeface="Calibri" panose="020F0502020204030204" pitchFamily="34" charset="0"/>
              </a:defRPr>
            </a:lvl1pPr>
          </a:lstStyle>
          <a:p>
            <a:pPr lvl="0"/>
            <a:r>
              <a:rPr lang="es-ES" dirty="0"/>
              <a:t>Texto destacado</a:t>
            </a:r>
          </a:p>
        </p:txBody>
      </p: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2460487"/>
            <a:ext cx="5353164"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cxnSp>
        <p:nvCxnSpPr>
          <p:cNvPr id="33" name="Conector recto 32">
            <a:extLst>
              <a:ext uri="{FF2B5EF4-FFF2-40B4-BE49-F238E27FC236}">
                <a16:creationId xmlns:a16="http://schemas.microsoft.com/office/drawing/2014/main" id="{D8888B64-37BB-5F44-99D3-A05910248920}"/>
              </a:ext>
            </a:extLst>
          </p:cNvPr>
          <p:cNvCxnSpPr>
            <a:cxnSpLocks/>
          </p:cNvCxnSpPr>
          <p:nvPr userDrawn="1"/>
        </p:nvCxnSpPr>
        <p:spPr>
          <a:xfrm>
            <a:off x="457200" y="4613864"/>
            <a:ext cx="5353166" cy="0"/>
          </a:xfrm>
          <a:prstGeom prst="line">
            <a:avLst/>
          </a:prstGeom>
          <a:ln w="200025">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Marcador de texto 17">
            <a:extLst>
              <a:ext uri="{FF2B5EF4-FFF2-40B4-BE49-F238E27FC236}">
                <a16:creationId xmlns:a16="http://schemas.microsoft.com/office/drawing/2014/main" id="{A4E45F24-7A78-4742-864E-0B022D883966}"/>
              </a:ext>
            </a:extLst>
          </p:cNvPr>
          <p:cNvSpPr>
            <a:spLocks noGrp="1"/>
          </p:cNvSpPr>
          <p:nvPr>
            <p:ph type="body" sz="quarter" idx="16" hasCustomPrompt="1"/>
          </p:nvPr>
        </p:nvSpPr>
        <p:spPr>
          <a:xfrm>
            <a:off x="6381635" y="6275603"/>
            <a:ext cx="5353163"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36" name="Marcador de posición de imagen 9">
            <a:extLst>
              <a:ext uri="{FF2B5EF4-FFF2-40B4-BE49-F238E27FC236}">
                <a16:creationId xmlns:a16="http://schemas.microsoft.com/office/drawing/2014/main" id="{8BA58BFF-F155-4142-9E7B-554F5F26534B}"/>
              </a:ext>
            </a:extLst>
          </p:cNvPr>
          <p:cNvSpPr>
            <a:spLocks noGrp="1"/>
          </p:cNvSpPr>
          <p:nvPr>
            <p:ph type="pic" sz="quarter" idx="17" hasCustomPrompt="1"/>
          </p:nvPr>
        </p:nvSpPr>
        <p:spPr>
          <a:xfrm>
            <a:off x="6381636" y="2336656"/>
            <a:ext cx="5353164" cy="3938940"/>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14" name="Marcador de fecha 3">
            <a:extLst>
              <a:ext uri="{FF2B5EF4-FFF2-40B4-BE49-F238E27FC236}">
                <a16:creationId xmlns:a16="http://schemas.microsoft.com/office/drawing/2014/main" id="{E9E1A291-38C7-0A44-BEE6-C3407965C62C}"/>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5" name="Marcador de pie de página 4">
            <a:extLst>
              <a:ext uri="{FF2B5EF4-FFF2-40B4-BE49-F238E27FC236}">
                <a16:creationId xmlns:a16="http://schemas.microsoft.com/office/drawing/2014/main" id="{7E609033-4ABC-1149-836F-A062BEAA36C6}"/>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24" name="Marcador de texto 17">
            <a:extLst>
              <a:ext uri="{FF2B5EF4-FFF2-40B4-BE49-F238E27FC236}">
                <a16:creationId xmlns:a16="http://schemas.microsoft.com/office/drawing/2014/main" id="{D6F334FD-3837-ED4E-AB60-0F037E140C7B}"/>
              </a:ext>
            </a:extLst>
          </p:cNvPr>
          <p:cNvSpPr>
            <a:spLocks noGrp="1"/>
          </p:cNvSpPr>
          <p:nvPr>
            <p:ph type="body" sz="quarter" idx="29" hasCustomPrompt="1"/>
          </p:nvPr>
        </p:nvSpPr>
        <p:spPr>
          <a:xfrm>
            <a:off x="457201" y="1286740"/>
            <a:ext cx="5353164"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5" name="Título 1">
            <a:extLst>
              <a:ext uri="{FF2B5EF4-FFF2-40B4-BE49-F238E27FC236}">
                <a16:creationId xmlns:a16="http://schemas.microsoft.com/office/drawing/2014/main" id="{3952D6F0-B00A-AB49-9C36-507DCA71E597}"/>
              </a:ext>
            </a:extLst>
          </p:cNvPr>
          <p:cNvSpPr>
            <a:spLocks noGrp="1"/>
          </p:cNvSpPr>
          <p:nvPr>
            <p:ph type="ctrTitle" hasCustomPrompt="1"/>
          </p:nvPr>
        </p:nvSpPr>
        <p:spPr>
          <a:xfrm>
            <a:off x="457201" y="873516"/>
            <a:ext cx="5353164"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6" name="Imagen 15"/>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82746703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apositiva texto + imagen 11">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4744952"/>
            <a:ext cx="5353165" cy="243656"/>
          </a:xfrm>
          <a:prstGeom prst="rect">
            <a:avLst/>
          </a:prstGeom>
          <a:noFill/>
          <a:ln>
            <a:noFill/>
          </a:ln>
        </p:spPr>
        <p:txBody>
          <a:bodyPr wrap="square" lIns="0" tIns="0" rIns="0" bIns="0" numCol="1">
            <a:spAutoFit/>
          </a:bodyPr>
          <a:lstStyle>
            <a:lvl1pPr marL="0" indent="0" algn="l">
              <a:lnSpc>
                <a:spcPts val="1860"/>
              </a:lnSpc>
              <a:spcBef>
                <a:spcPts val="0"/>
              </a:spcBef>
              <a:spcAft>
                <a:spcPts val="0"/>
              </a:spcAft>
              <a:buFontTx/>
              <a:buNone/>
              <a:defRPr sz="1800" b="0" i="0">
                <a:solidFill>
                  <a:schemeClr val="tx2"/>
                </a:solidFill>
                <a:latin typeface="Calibri" panose="020F0502020204030204" pitchFamily="34" charset="0"/>
                <a:cs typeface="Calibri" panose="020F0502020204030204" pitchFamily="34" charset="0"/>
              </a:defRPr>
            </a:lvl1pPr>
          </a:lstStyle>
          <a:p>
            <a:pPr lvl="0"/>
            <a:r>
              <a:rPr lang="es-ES" dirty="0"/>
              <a:t>Texto destacado</a:t>
            </a:r>
          </a:p>
        </p:txBody>
      </p: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2460487"/>
            <a:ext cx="5353164"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cxnSp>
        <p:nvCxnSpPr>
          <p:cNvPr id="33" name="Conector recto 32">
            <a:extLst>
              <a:ext uri="{FF2B5EF4-FFF2-40B4-BE49-F238E27FC236}">
                <a16:creationId xmlns:a16="http://schemas.microsoft.com/office/drawing/2014/main" id="{D8888B64-37BB-5F44-99D3-A05910248920}"/>
              </a:ext>
            </a:extLst>
          </p:cNvPr>
          <p:cNvCxnSpPr>
            <a:cxnSpLocks/>
          </p:cNvCxnSpPr>
          <p:nvPr userDrawn="1"/>
        </p:nvCxnSpPr>
        <p:spPr>
          <a:xfrm>
            <a:off x="457200" y="4613864"/>
            <a:ext cx="5353166" cy="0"/>
          </a:xfrm>
          <a:prstGeom prst="line">
            <a:avLst/>
          </a:prstGeom>
          <a:ln w="200025">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Marcador de posición de imagen 9">
            <a:extLst>
              <a:ext uri="{FF2B5EF4-FFF2-40B4-BE49-F238E27FC236}">
                <a16:creationId xmlns:a16="http://schemas.microsoft.com/office/drawing/2014/main" id="{8BA58BFF-F155-4142-9E7B-554F5F26534B}"/>
              </a:ext>
            </a:extLst>
          </p:cNvPr>
          <p:cNvSpPr>
            <a:spLocks noGrp="1"/>
          </p:cNvSpPr>
          <p:nvPr>
            <p:ph type="pic" sz="quarter" idx="17" hasCustomPrompt="1"/>
          </p:nvPr>
        </p:nvSpPr>
        <p:spPr>
          <a:xfrm>
            <a:off x="6381636" y="2336656"/>
            <a:ext cx="5353164"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42" name="Marcador de texto 17">
            <a:extLst>
              <a:ext uri="{FF2B5EF4-FFF2-40B4-BE49-F238E27FC236}">
                <a16:creationId xmlns:a16="http://schemas.microsoft.com/office/drawing/2014/main" id="{1824D511-8410-D844-801D-502B98EBF34C}"/>
              </a:ext>
            </a:extLst>
          </p:cNvPr>
          <p:cNvSpPr>
            <a:spLocks noGrp="1"/>
          </p:cNvSpPr>
          <p:nvPr>
            <p:ph type="body" sz="quarter" idx="21" hasCustomPrompt="1"/>
          </p:nvPr>
        </p:nvSpPr>
        <p:spPr>
          <a:xfrm>
            <a:off x="6381635" y="4078310"/>
            <a:ext cx="5353163"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46" name="Marcador de posición de imagen 9">
            <a:extLst>
              <a:ext uri="{FF2B5EF4-FFF2-40B4-BE49-F238E27FC236}">
                <a16:creationId xmlns:a16="http://schemas.microsoft.com/office/drawing/2014/main" id="{9BA58115-F7CD-1640-B71A-8C161D5B4B36}"/>
              </a:ext>
            </a:extLst>
          </p:cNvPr>
          <p:cNvSpPr>
            <a:spLocks noGrp="1"/>
          </p:cNvSpPr>
          <p:nvPr>
            <p:ph type="pic" sz="quarter" idx="22" hasCustomPrompt="1"/>
          </p:nvPr>
        </p:nvSpPr>
        <p:spPr>
          <a:xfrm>
            <a:off x="6381636" y="4534733"/>
            <a:ext cx="5353164"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47" name="Marcador de texto 17">
            <a:extLst>
              <a:ext uri="{FF2B5EF4-FFF2-40B4-BE49-F238E27FC236}">
                <a16:creationId xmlns:a16="http://schemas.microsoft.com/office/drawing/2014/main" id="{1F117D13-2205-C04A-BB3F-724180B20CAA}"/>
              </a:ext>
            </a:extLst>
          </p:cNvPr>
          <p:cNvSpPr>
            <a:spLocks noGrp="1"/>
          </p:cNvSpPr>
          <p:nvPr>
            <p:ph type="body" sz="quarter" idx="23" hasCustomPrompt="1"/>
          </p:nvPr>
        </p:nvSpPr>
        <p:spPr>
          <a:xfrm>
            <a:off x="6381635" y="6276387"/>
            <a:ext cx="5353163"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16" name="Marcador de fecha 3">
            <a:extLst>
              <a:ext uri="{FF2B5EF4-FFF2-40B4-BE49-F238E27FC236}">
                <a16:creationId xmlns:a16="http://schemas.microsoft.com/office/drawing/2014/main" id="{DEB21E5C-9AF0-724E-8BD3-240F43B796D5}"/>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7" name="Marcador de pie de página 4">
            <a:extLst>
              <a:ext uri="{FF2B5EF4-FFF2-40B4-BE49-F238E27FC236}">
                <a16:creationId xmlns:a16="http://schemas.microsoft.com/office/drawing/2014/main" id="{3EC8D86A-074E-F24F-9FF2-131434D1E6C6}"/>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24" name="Marcador de texto 17">
            <a:extLst>
              <a:ext uri="{FF2B5EF4-FFF2-40B4-BE49-F238E27FC236}">
                <a16:creationId xmlns:a16="http://schemas.microsoft.com/office/drawing/2014/main" id="{31993C9C-122C-0E4C-88C4-DC039223E97F}"/>
              </a:ext>
            </a:extLst>
          </p:cNvPr>
          <p:cNvSpPr>
            <a:spLocks noGrp="1"/>
          </p:cNvSpPr>
          <p:nvPr>
            <p:ph type="body" sz="quarter" idx="29" hasCustomPrompt="1"/>
          </p:nvPr>
        </p:nvSpPr>
        <p:spPr>
          <a:xfrm>
            <a:off x="457201" y="1286740"/>
            <a:ext cx="5353164"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5" name="Título 1">
            <a:extLst>
              <a:ext uri="{FF2B5EF4-FFF2-40B4-BE49-F238E27FC236}">
                <a16:creationId xmlns:a16="http://schemas.microsoft.com/office/drawing/2014/main" id="{1D98BAE0-94A2-4044-A8B2-D00CF573E7ED}"/>
              </a:ext>
            </a:extLst>
          </p:cNvPr>
          <p:cNvSpPr>
            <a:spLocks noGrp="1"/>
          </p:cNvSpPr>
          <p:nvPr>
            <p:ph type="ctrTitle" hasCustomPrompt="1"/>
          </p:nvPr>
        </p:nvSpPr>
        <p:spPr>
          <a:xfrm>
            <a:off x="457201" y="873516"/>
            <a:ext cx="5353164"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20" name="Imagen 19"/>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418205014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Diapositiva texto + imagen 12">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4744952"/>
            <a:ext cx="5353165" cy="243656"/>
          </a:xfrm>
          <a:prstGeom prst="rect">
            <a:avLst/>
          </a:prstGeom>
          <a:noFill/>
          <a:ln>
            <a:noFill/>
          </a:ln>
        </p:spPr>
        <p:txBody>
          <a:bodyPr wrap="square" lIns="0" tIns="0" rIns="0" bIns="0" numCol="1">
            <a:spAutoFit/>
          </a:bodyPr>
          <a:lstStyle>
            <a:lvl1pPr marL="0" indent="0" algn="l">
              <a:lnSpc>
                <a:spcPts val="1860"/>
              </a:lnSpc>
              <a:spcBef>
                <a:spcPts val="0"/>
              </a:spcBef>
              <a:spcAft>
                <a:spcPts val="0"/>
              </a:spcAft>
              <a:buFontTx/>
              <a:buNone/>
              <a:defRPr sz="1800" b="0" i="0">
                <a:solidFill>
                  <a:schemeClr val="tx2"/>
                </a:solidFill>
                <a:latin typeface="Calibri" panose="020F0502020204030204" pitchFamily="34" charset="0"/>
                <a:cs typeface="Calibri" panose="020F0502020204030204" pitchFamily="34" charset="0"/>
              </a:defRPr>
            </a:lvl1pPr>
          </a:lstStyle>
          <a:p>
            <a:pPr lvl="0"/>
            <a:r>
              <a:rPr lang="es-ES" dirty="0"/>
              <a:t>Texto destacado</a:t>
            </a:r>
          </a:p>
        </p:txBody>
      </p: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2460487"/>
            <a:ext cx="5353165"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cxnSp>
        <p:nvCxnSpPr>
          <p:cNvPr id="33" name="Conector recto 32">
            <a:extLst>
              <a:ext uri="{FF2B5EF4-FFF2-40B4-BE49-F238E27FC236}">
                <a16:creationId xmlns:a16="http://schemas.microsoft.com/office/drawing/2014/main" id="{D8888B64-37BB-5F44-99D3-A05910248920}"/>
              </a:ext>
            </a:extLst>
          </p:cNvPr>
          <p:cNvCxnSpPr>
            <a:cxnSpLocks/>
          </p:cNvCxnSpPr>
          <p:nvPr userDrawn="1"/>
        </p:nvCxnSpPr>
        <p:spPr>
          <a:xfrm>
            <a:off x="457200" y="4613864"/>
            <a:ext cx="5353166" cy="0"/>
          </a:xfrm>
          <a:prstGeom prst="line">
            <a:avLst/>
          </a:prstGeom>
          <a:ln w="200025">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Marcador de posición de imagen 9">
            <a:extLst>
              <a:ext uri="{FF2B5EF4-FFF2-40B4-BE49-F238E27FC236}">
                <a16:creationId xmlns:a16="http://schemas.microsoft.com/office/drawing/2014/main" id="{8BA58BFF-F155-4142-9E7B-554F5F26534B}"/>
              </a:ext>
            </a:extLst>
          </p:cNvPr>
          <p:cNvSpPr>
            <a:spLocks noGrp="1"/>
          </p:cNvSpPr>
          <p:nvPr>
            <p:ph type="pic" sz="quarter" idx="17" hasCustomPrompt="1"/>
          </p:nvPr>
        </p:nvSpPr>
        <p:spPr>
          <a:xfrm>
            <a:off x="6381636" y="2312385"/>
            <a:ext cx="2618848"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42" name="Marcador de texto 17">
            <a:extLst>
              <a:ext uri="{FF2B5EF4-FFF2-40B4-BE49-F238E27FC236}">
                <a16:creationId xmlns:a16="http://schemas.microsoft.com/office/drawing/2014/main" id="{1824D511-8410-D844-801D-502B98EBF34C}"/>
              </a:ext>
            </a:extLst>
          </p:cNvPr>
          <p:cNvSpPr>
            <a:spLocks noGrp="1"/>
          </p:cNvSpPr>
          <p:nvPr>
            <p:ph type="body" sz="quarter" idx="21" hasCustomPrompt="1"/>
          </p:nvPr>
        </p:nvSpPr>
        <p:spPr>
          <a:xfrm>
            <a:off x="6381635" y="4054039"/>
            <a:ext cx="2618847"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46" name="Marcador de posición de imagen 9">
            <a:extLst>
              <a:ext uri="{FF2B5EF4-FFF2-40B4-BE49-F238E27FC236}">
                <a16:creationId xmlns:a16="http://schemas.microsoft.com/office/drawing/2014/main" id="{9BA58115-F7CD-1640-B71A-8C161D5B4B36}"/>
              </a:ext>
            </a:extLst>
          </p:cNvPr>
          <p:cNvSpPr>
            <a:spLocks noGrp="1"/>
          </p:cNvSpPr>
          <p:nvPr>
            <p:ph type="pic" sz="quarter" idx="22" hasCustomPrompt="1"/>
          </p:nvPr>
        </p:nvSpPr>
        <p:spPr>
          <a:xfrm>
            <a:off x="6381636" y="4510462"/>
            <a:ext cx="2618848"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50" name="Marcador de posición de imagen 9">
            <a:extLst>
              <a:ext uri="{FF2B5EF4-FFF2-40B4-BE49-F238E27FC236}">
                <a16:creationId xmlns:a16="http://schemas.microsoft.com/office/drawing/2014/main" id="{AF6415DB-2F87-A24D-BB3D-6A5AEC4887AE}"/>
              </a:ext>
            </a:extLst>
          </p:cNvPr>
          <p:cNvSpPr>
            <a:spLocks noGrp="1"/>
          </p:cNvSpPr>
          <p:nvPr>
            <p:ph type="pic" sz="quarter" idx="24" hasCustomPrompt="1"/>
          </p:nvPr>
        </p:nvSpPr>
        <p:spPr>
          <a:xfrm>
            <a:off x="9115952" y="2312385"/>
            <a:ext cx="2618848"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47" name="Marcador de texto 17">
            <a:extLst>
              <a:ext uri="{FF2B5EF4-FFF2-40B4-BE49-F238E27FC236}">
                <a16:creationId xmlns:a16="http://schemas.microsoft.com/office/drawing/2014/main" id="{1F117D13-2205-C04A-BB3F-724180B20CAA}"/>
              </a:ext>
            </a:extLst>
          </p:cNvPr>
          <p:cNvSpPr>
            <a:spLocks noGrp="1"/>
          </p:cNvSpPr>
          <p:nvPr>
            <p:ph type="body" sz="quarter" idx="23" hasCustomPrompt="1"/>
          </p:nvPr>
        </p:nvSpPr>
        <p:spPr>
          <a:xfrm>
            <a:off x="6381636" y="6252116"/>
            <a:ext cx="2618848"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51" name="Marcador de texto 17">
            <a:extLst>
              <a:ext uri="{FF2B5EF4-FFF2-40B4-BE49-F238E27FC236}">
                <a16:creationId xmlns:a16="http://schemas.microsoft.com/office/drawing/2014/main" id="{42547E42-92DD-DA4F-AC51-2BD3D245FDB4}"/>
              </a:ext>
            </a:extLst>
          </p:cNvPr>
          <p:cNvSpPr>
            <a:spLocks noGrp="1"/>
          </p:cNvSpPr>
          <p:nvPr>
            <p:ph type="body" sz="quarter" idx="25" hasCustomPrompt="1"/>
          </p:nvPr>
        </p:nvSpPr>
        <p:spPr>
          <a:xfrm>
            <a:off x="9115952" y="4054039"/>
            <a:ext cx="2618848"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53" name="Marcador de texto 17">
            <a:extLst>
              <a:ext uri="{FF2B5EF4-FFF2-40B4-BE49-F238E27FC236}">
                <a16:creationId xmlns:a16="http://schemas.microsoft.com/office/drawing/2014/main" id="{D31403C6-61DE-FD4E-A5D7-996E273BC980}"/>
              </a:ext>
            </a:extLst>
          </p:cNvPr>
          <p:cNvSpPr>
            <a:spLocks noGrp="1"/>
          </p:cNvSpPr>
          <p:nvPr>
            <p:ph type="body" sz="quarter" idx="27" hasCustomPrompt="1"/>
          </p:nvPr>
        </p:nvSpPr>
        <p:spPr>
          <a:xfrm>
            <a:off x="9115952" y="6252116"/>
            <a:ext cx="2618848"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57" name="Marcador de posición de imagen 9">
            <a:extLst>
              <a:ext uri="{FF2B5EF4-FFF2-40B4-BE49-F238E27FC236}">
                <a16:creationId xmlns:a16="http://schemas.microsoft.com/office/drawing/2014/main" id="{2DC787A2-5883-604B-AF3A-FEF810AF2BE4}"/>
              </a:ext>
            </a:extLst>
          </p:cNvPr>
          <p:cNvSpPr>
            <a:spLocks noGrp="1"/>
          </p:cNvSpPr>
          <p:nvPr>
            <p:ph type="pic" sz="quarter" idx="28" hasCustomPrompt="1"/>
          </p:nvPr>
        </p:nvSpPr>
        <p:spPr>
          <a:xfrm>
            <a:off x="9115952" y="4510462"/>
            <a:ext cx="2618848"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60" name="Marcador de fecha 3">
            <a:extLst>
              <a:ext uri="{FF2B5EF4-FFF2-40B4-BE49-F238E27FC236}">
                <a16:creationId xmlns:a16="http://schemas.microsoft.com/office/drawing/2014/main" id="{66575DB8-FFFA-7349-8511-187C3583E75E}"/>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61" name="Marcador de pie de página 4">
            <a:extLst>
              <a:ext uri="{FF2B5EF4-FFF2-40B4-BE49-F238E27FC236}">
                <a16:creationId xmlns:a16="http://schemas.microsoft.com/office/drawing/2014/main" id="{4C30BFE5-8D12-5546-B67F-B748DBD48D49}"/>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22" name="Marcador de texto 17">
            <a:extLst>
              <a:ext uri="{FF2B5EF4-FFF2-40B4-BE49-F238E27FC236}">
                <a16:creationId xmlns:a16="http://schemas.microsoft.com/office/drawing/2014/main" id="{53F9F3AE-8FD3-3848-9AAB-FE91C76F2709}"/>
              </a:ext>
            </a:extLst>
          </p:cNvPr>
          <p:cNvSpPr>
            <a:spLocks noGrp="1"/>
          </p:cNvSpPr>
          <p:nvPr>
            <p:ph type="body" sz="quarter" idx="29" hasCustomPrompt="1"/>
          </p:nvPr>
        </p:nvSpPr>
        <p:spPr>
          <a:xfrm>
            <a:off x="457200" y="1286740"/>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3" name="Título 1">
            <a:extLst>
              <a:ext uri="{FF2B5EF4-FFF2-40B4-BE49-F238E27FC236}">
                <a16:creationId xmlns:a16="http://schemas.microsoft.com/office/drawing/2014/main" id="{AA181A47-7230-6A4E-A017-805E6F0FDF32}"/>
              </a:ext>
            </a:extLst>
          </p:cNvPr>
          <p:cNvSpPr>
            <a:spLocks noGrp="1"/>
          </p:cNvSpPr>
          <p:nvPr>
            <p:ph type="ctrTitle" hasCustomPrompt="1"/>
          </p:nvPr>
        </p:nvSpPr>
        <p:spPr>
          <a:xfrm>
            <a:off x="457200" y="873516"/>
            <a:ext cx="5353165"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20" name="Imagen 19"/>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29456093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apositiva texto + imagen 13">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1" y="2460487"/>
            <a:ext cx="3174274"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14" name="Marcador de posición de imagen 9">
            <a:extLst>
              <a:ext uri="{FF2B5EF4-FFF2-40B4-BE49-F238E27FC236}">
                <a16:creationId xmlns:a16="http://schemas.microsoft.com/office/drawing/2014/main" id="{476E3720-9B66-214E-92F7-64965E43D7AF}"/>
              </a:ext>
            </a:extLst>
          </p:cNvPr>
          <p:cNvSpPr>
            <a:spLocks noGrp="1"/>
          </p:cNvSpPr>
          <p:nvPr>
            <p:ph type="pic" sz="quarter" idx="17" hasCustomPrompt="1"/>
          </p:nvPr>
        </p:nvSpPr>
        <p:spPr>
          <a:xfrm>
            <a:off x="3719145" y="2438449"/>
            <a:ext cx="2091219" cy="162358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16" name="Marcador de texto 17">
            <a:extLst>
              <a:ext uri="{FF2B5EF4-FFF2-40B4-BE49-F238E27FC236}">
                <a16:creationId xmlns:a16="http://schemas.microsoft.com/office/drawing/2014/main" id="{54E5A094-DCC6-F440-81D5-004FD80D60B6}"/>
              </a:ext>
            </a:extLst>
          </p:cNvPr>
          <p:cNvSpPr>
            <a:spLocks noGrp="1"/>
          </p:cNvSpPr>
          <p:nvPr>
            <p:ph type="body" sz="quarter" idx="20" hasCustomPrompt="1"/>
          </p:nvPr>
        </p:nvSpPr>
        <p:spPr>
          <a:xfrm>
            <a:off x="6381636"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17" name="Conector recto 16">
            <a:extLst>
              <a:ext uri="{FF2B5EF4-FFF2-40B4-BE49-F238E27FC236}">
                <a16:creationId xmlns:a16="http://schemas.microsoft.com/office/drawing/2014/main" id="{1058CE30-AF5D-5B4D-8E5E-ABC60836D4FD}"/>
              </a:ext>
            </a:extLst>
          </p:cNvPr>
          <p:cNvCxnSpPr>
            <a:cxnSpLocks/>
          </p:cNvCxnSpPr>
          <p:nvPr userDrawn="1"/>
        </p:nvCxnSpPr>
        <p:spPr>
          <a:xfrm>
            <a:off x="6381636"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Marcador de texto 17">
            <a:extLst>
              <a:ext uri="{FF2B5EF4-FFF2-40B4-BE49-F238E27FC236}">
                <a16:creationId xmlns:a16="http://schemas.microsoft.com/office/drawing/2014/main" id="{EE4A8FD5-5C6E-244E-8217-2AA112129E0E}"/>
              </a:ext>
            </a:extLst>
          </p:cNvPr>
          <p:cNvSpPr>
            <a:spLocks noGrp="1"/>
          </p:cNvSpPr>
          <p:nvPr>
            <p:ph type="body" sz="quarter" idx="21" hasCustomPrompt="1"/>
          </p:nvPr>
        </p:nvSpPr>
        <p:spPr>
          <a:xfrm>
            <a:off x="6381637" y="2460487"/>
            <a:ext cx="3162958"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29" name="Marcador de texto 17">
            <a:extLst>
              <a:ext uri="{FF2B5EF4-FFF2-40B4-BE49-F238E27FC236}">
                <a16:creationId xmlns:a16="http://schemas.microsoft.com/office/drawing/2014/main" id="{304455F7-7DD8-DB46-A3D9-5F6E7E9D0110}"/>
              </a:ext>
            </a:extLst>
          </p:cNvPr>
          <p:cNvSpPr>
            <a:spLocks noGrp="1"/>
          </p:cNvSpPr>
          <p:nvPr>
            <p:ph type="body" sz="quarter" idx="23" hasCustomPrompt="1"/>
          </p:nvPr>
        </p:nvSpPr>
        <p:spPr>
          <a:xfrm>
            <a:off x="457200" y="4037935"/>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21" name="Marcador de posición de imagen 9">
            <a:extLst>
              <a:ext uri="{FF2B5EF4-FFF2-40B4-BE49-F238E27FC236}">
                <a16:creationId xmlns:a16="http://schemas.microsoft.com/office/drawing/2014/main" id="{AA0B2550-2B8D-9A45-AE22-31260411B585}"/>
              </a:ext>
            </a:extLst>
          </p:cNvPr>
          <p:cNvSpPr>
            <a:spLocks noGrp="1"/>
          </p:cNvSpPr>
          <p:nvPr>
            <p:ph type="pic" sz="quarter" idx="22" hasCustomPrompt="1"/>
          </p:nvPr>
        </p:nvSpPr>
        <p:spPr>
          <a:xfrm>
            <a:off x="9643581" y="2438449"/>
            <a:ext cx="2091219" cy="162358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cxnSp>
        <p:nvCxnSpPr>
          <p:cNvPr id="30" name="Conector recto 29">
            <a:extLst>
              <a:ext uri="{FF2B5EF4-FFF2-40B4-BE49-F238E27FC236}">
                <a16:creationId xmlns:a16="http://schemas.microsoft.com/office/drawing/2014/main" id="{4232B015-7B61-704A-AB5C-88E224C65D16}"/>
              </a:ext>
            </a:extLst>
          </p:cNvPr>
          <p:cNvCxnSpPr>
            <a:cxnSpLocks/>
          </p:cNvCxnSpPr>
          <p:nvPr userDrawn="1"/>
        </p:nvCxnSpPr>
        <p:spPr>
          <a:xfrm>
            <a:off x="457200" y="4358887"/>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Marcador de texto 17">
            <a:extLst>
              <a:ext uri="{FF2B5EF4-FFF2-40B4-BE49-F238E27FC236}">
                <a16:creationId xmlns:a16="http://schemas.microsoft.com/office/drawing/2014/main" id="{EE246D16-2802-5841-8009-478143B453A2}"/>
              </a:ext>
            </a:extLst>
          </p:cNvPr>
          <p:cNvSpPr>
            <a:spLocks noGrp="1"/>
          </p:cNvSpPr>
          <p:nvPr>
            <p:ph type="body" sz="quarter" idx="24" hasCustomPrompt="1"/>
          </p:nvPr>
        </p:nvSpPr>
        <p:spPr>
          <a:xfrm>
            <a:off x="457201" y="4482718"/>
            <a:ext cx="3174274"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34" name="Marcador de posición de imagen 9">
            <a:extLst>
              <a:ext uri="{FF2B5EF4-FFF2-40B4-BE49-F238E27FC236}">
                <a16:creationId xmlns:a16="http://schemas.microsoft.com/office/drawing/2014/main" id="{97DE732C-04F4-CD41-9B32-CA89710AB284}"/>
              </a:ext>
            </a:extLst>
          </p:cNvPr>
          <p:cNvSpPr>
            <a:spLocks noGrp="1"/>
          </p:cNvSpPr>
          <p:nvPr>
            <p:ph type="pic" sz="quarter" idx="25" hasCustomPrompt="1"/>
          </p:nvPr>
        </p:nvSpPr>
        <p:spPr>
          <a:xfrm>
            <a:off x="3719145" y="4460680"/>
            <a:ext cx="2091219" cy="162358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38" name="Marcador de texto 17">
            <a:extLst>
              <a:ext uri="{FF2B5EF4-FFF2-40B4-BE49-F238E27FC236}">
                <a16:creationId xmlns:a16="http://schemas.microsoft.com/office/drawing/2014/main" id="{AE1C7D65-C062-254E-BDFF-1B1A8CB05D17}"/>
              </a:ext>
            </a:extLst>
          </p:cNvPr>
          <p:cNvSpPr>
            <a:spLocks noGrp="1"/>
          </p:cNvSpPr>
          <p:nvPr>
            <p:ph type="body" sz="quarter" idx="26" hasCustomPrompt="1"/>
          </p:nvPr>
        </p:nvSpPr>
        <p:spPr>
          <a:xfrm>
            <a:off x="6381636" y="4037935"/>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39" name="Conector recto 38">
            <a:extLst>
              <a:ext uri="{FF2B5EF4-FFF2-40B4-BE49-F238E27FC236}">
                <a16:creationId xmlns:a16="http://schemas.microsoft.com/office/drawing/2014/main" id="{36797A17-5ED2-9D44-8F83-0F58BB0F4249}"/>
              </a:ext>
            </a:extLst>
          </p:cNvPr>
          <p:cNvCxnSpPr>
            <a:cxnSpLocks/>
          </p:cNvCxnSpPr>
          <p:nvPr userDrawn="1"/>
        </p:nvCxnSpPr>
        <p:spPr>
          <a:xfrm>
            <a:off x="6381636" y="4358887"/>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Marcador de texto 17">
            <a:extLst>
              <a:ext uri="{FF2B5EF4-FFF2-40B4-BE49-F238E27FC236}">
                <a16:creationId xmlns:a16="http://schemas.microsoft.com/office/drawing/2014/main" id="{3AAB9086-BE5A-1D4F-A012-F6A45F51E2B5}"/>
              </a:ext>
            </a:extLst>
          </p:cNvPr>
          <p:cNvSpPr>
            <a:spLocks noGrp="1"/>
          </p:cNvSpPr>
          <p:nvPr>
            <p:ph type="body" sz="quarter" idx="27" hasCustomPrompt="1"/>
          </p:nvPr>
        </p:nvSpPr>
        <p:spPr>
          <a:xfrm>
            <a:off x="6381637" y="4482718"/>
            <a:ext cx="3162958"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41" name="Marcador de posición de imagen 9">
            <a:extLst>
              <a:ext uri="{FF2B5EF4-FFF2-40B4-BE49-F238E27FC236}">
                <a16:creationId xmlns:a16="http://schemas.microsoft.com/office/drawing/2014/main" id="{071F831F-BEBD-7241-9438-988FDADCC500}"/>
              </a:ext>
            </a:extLst>
          </p:cNvPr>
          <p:cNvSpPr>
            <a:spLocks noGrp="1"/>
          </p:cNvSpPr>
          <p:nvPr>
            <p:ph type="pic" sz="quarter" idx="28" hasCustomPrompt="1"/>
          </p:nvPr>
        </p:nvSpPr>
        <p:spPr>
          <a:xfrm>
            <a:off x="9643581" y="4460680"/>
            <a:ext cx="2091219" cy="162358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24" name="Marcador de fecha 3">
            <a:extLst>
              <a:ext uri="{FF2B5EF4-FFF2-40B4-BE49-F238E27FC236}">
                <a16:creationId xmlns:a16="http://schemas.microsoft.com/office/drawing/2014/main" id="{CF3232AB-9EED-634B-9710-25B3C1D2B232}"/>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25" name="Marcador de pie de página 4">
            <a:extLst>
              <a:ext uri="{FF2B5EF4-FFF2-40B4-BE49-F238E27FC236}">
                <a16:creationId xmlns:a16="http://schemas.microsoft.com/office/drawing/2014/main" id="{1FAB55A1-783B-EB45-BA03-EFAC88657D09}"/>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33" name="Marcador de texto 17">
            <a:extLst>
              <a:ext uri="{FF2B5EF4-FFF2-40B4-BE49-F238E27FC236}">
                <a16:creationId xmlns:a16="http://schemas.microsoft.com/office/drawing/2014/main" id="{ABF6DB7B-831D-D84C-B51B-5CBE5DA52A09}"/>
              </a:ext>
            </a:extLst>
          </p:cNvPr>
          <p:cNvSpPr>
            <a:spLocks noGrp="1"/>
          </p:cNvSpPr>
          <p:nvPr>
            <p:ph type="body" sz="quarter" idx="29" hasCustomPrompt="1"/>
          </p:nvPr>
        </p:nvSpPr>
        <p:spPr>
          <a:xfrm>
            <a:off x="457201" y="1286740"/>
            <a:ext cx="5353164"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35" name="Título 1">
            <a:extLst>
              <a:ext uri="{FF2B5EF4-FFF2-40B4-BE49-F238E27FC236}">
                <a16:creationId xmlns:a16="http://schemas.microsoft.com/office/drawing/2014/main" id="{04EAB0EA-A4CF-564C-BD33-EA89814AF68C}"/>
              </a:ext>
            </a:extLst>
          </p:cNvPr>
          <p:cNvSpPr>
            <a:spLocks noGrp="1"/>
          </p:cNvSpPr>
          <p:nvPr>
            <p:ph type="ctrTitle" hasCustomPrompt="1"/>
          </p:nvPr>
        </p:nvSpPr>
        <p:spPr>
          <a:xfrm>
            <a:off x="457201" y="873516"/>
            <a:ext cx="5353164"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23" name="Imagen 22"/>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11571571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iapositiva texto + imagen 14">
    <p:spTree>
      <p:nvGrpSpPr>
        <p:cNvPr id="1" name=""/>
        <p:cNvGrpSpPr/>
        <p:nvPr/>
      </p:nvGrpSpPr>
      <p:grpSpPr>
        <a:xfrm>
          <a:off x="0" y="0"/>
          <a:ext cx="0" cy="0"/>
          <a:chOff x="0" y="0"/>
          <a:chExt cx="0" cy="0"/>
        </a:xfrm>
      </p:grpSpPr>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2460487"/>
            <a:ext cx="3389313" cy="200055"/>
          </a:xfrm>
          <a:prstGeom prst="rect">
            <a:avLst/>
          </a:prstGeom>
        </p:spPr>
        <p:txBody>
          <a:bodyPr lIns="0" tIns="0" rIns="0" bIns="0">
            <a:spAutoFit/>
          </a:bodyPr>
          <a:lstStyle>
            <a:lvl1pPr marL="0" indent="0">
              <a:lnSpc>
                <a:spcPct val="100000"/>
              </a:lnSpc>
              <a:spcBef>
                <a:spcPts val="0"/>
              </a:spcBef>
              <a:spcAft>
                <a:spcPts val="0"/>
              </a:spcAft>
              <a:buFontTx/>
              <a:buNone/>
              <a:defRPr sz="1300">
                <a:solidFill>
                  <a:schemeClr val="tx2"/>
                </a:solidFill>
              </a:defRPr>
            </a:lvl1pPr>
          </a:lstStyle>
          <a:p>
            <a:pPr lvl="0"/>
            <a:r>
              <a:rPr lang="es-ES" dirty="0"/>
              <a:t>Texto</a:t>
            </a:r>
          </a:p>
        </p:txBody>
      </p:sp>
      <p:sp>
        <p:nvSpPr>
          <p:cNvPr id="21" name="Marcador de posición de imagen 9">
            <a:extLst>
              <a:ext uri="{FF2B5EF4-FFF2-40B4-BE49-F238E27FC236}">
                <a16:creationId xmlns:a16="http://schemas.microsoft.com/office/drawing/2014/main" id="{AA0B2550-2B8D-9A45-AE22-31260411B585}"/>
              </a:ext>
            </a:extLst>
          </p:cNvPr>
          <p:cNvSpPr>
            <a:spLocks noGrp="1"/>
          </p:cNvSpPr>
          <p:nvPr>
            <p:ph type="pic" sz="quarter" idx="22" hasCustomPrompt="1"/>
          </p:nvPr>
        </p:nvSpPr>
        <p:spPr>
          <a:xfrm>
            <a:off x="8245654" y="2336656"/>
            <a:ext cx="3597966" cy="1717379"/>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31" name="Marcador de texto 17">
            <a:extLst>
              <a:ext uri="{FF2B5EF4-FFF2-40B4-BE49-F238E27FC236}">
                <a16:creationId xmlns:a16="http://schemas.microsoft.com/office/drawing/2014/main" id="{EE246D16-2802-5841-8009-478143B453A2}"/>
              </a:ext>
            </a:extLst>
          </p:cNvPr>
          <p:cNvSpPr>
            <a:spLocks noGrp="1"/>
          </p:cNvSpPr>
          <p:nvPr>
            <p:ph type="body" sz="quarter" idx="24" hasCustomPrompt="1"/>
          </p:nvPr>
        </p:nvSpPr>
        <p:spPr>
          <a:xfrm>
            <a:off x="4351427" y="2447886"/>
            <a:ext cx="3597966" cy="200055"/>
          </a:xfrm>
          <a:prstGeom prst="rect">
            <a:avLst/>
          </a:prstGeom>
        </p:spPr>
        <p:txBody>
          <a:bodyPr wrap="square" lIns="0" tIns="0" rIns="0" bIns="0">
            <a:spAutoFit/>
          </a:bodyPr>
          <a:lstStyle>
            <a:lvl1pPr marL="0" indent="0">
              <a:lnSpc>
                <a:spcPct val="100000"/>
              </a:lnSpc>
              <a:spcBef>
                <a:spcPts val="0"/>
              </a:spcBef>
              <a:spcAft>
                <a:spcPts val="0"/>
              </a:spcAft>
              <a:buFontTx/>
              <a:buNone/>
              <a:defRPr sz="1300">
                <a:solidFill>
                  <a:schemeClr val="tx2"/>
                </a:solidFill>
              </a:defRPr>
            </a:lvl1pPr>
          </a:lstStyle>
          <a:p>
            <a:pPr lvl="0"/>
            <a:r>
              <a:rPr lang="es-ES" dirty="0"/>
              <a:t>Subtítulo</a:t>
            </a:r>
          </a:p>
        </p:txBody>
      </p:sp>
      <p:sp>
        <p:nvSpPr>
          <p:cNvPr id="40" name="Marcador de texto 17">
            <a:extLst>
              <a:ext uri="{FF2B5EF4-FFF2-40B4-BE49-F238E27FC236}">
                <a16:creationId xmlns:a16="http://schemas.microsoft.com/office/drawing/2014/main" id="{3AAB9086-BE5A-1D4F-A012-F6A45F51E2B5}"/>
              </a:ext>
            </a:extLst>
          </p:cNvPr>
          <p:cNvSpPr>
            <a:spLocks noGrp="1"/>
          </p:cNvSpPr>
          <p:nvPr>
            <p:ph type="body" sz="quarter" idx="27" hasCustomPrompt="1"/>
          </p:nvPr>
        </p:nvSpPr>
        <p:spPr>
          <a:xfrm>
            <a:off x="4351426" y="2653409"/>
            <a:ext cx="3597966"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cxnSp>
        <p:nvCxnSpPr>
          <p:cNvPr id="45" name="Conector recto 44">
            <a:extLst>
              <a:ext uri="{FF2B5EF4-FFF2-40B4-BE49-F238E27FC236}">
                <a16:creationId xmlns:a16="http://schemas.microsoft.com/office/drawing/2014/main" id="{964BE05D-B263-9145-880F-11CB53E76586}"/>
              </a:ext>
            </a:extLst>
          </p:cNvPr>
          <p:cNvCxnSpPr>
            <a:cxnSpLocks/>
          </p:cNvCxnSpPr>
          <p:nvPr userDrawn="1"/>
        </p:nvCxnSpPr>
        <p:spPr>
          <a:xfrm>
            <a:off x="457200"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EA264B47-6F11-CE41-8F63-07533A293496}"/>
              </a:ext>
            </a:extLst>
          </p:cNvPr>
          <p:cNvCxnSpPr>
            <a:cxnSpLocks/>
          </p:cNvCxnSpPr>
          <p:nvPr userDrawn="1"/>
        </p:nvCxnSpPr>
        <p:spPr>
          <a:xfrm>
            <a:off x="4351427"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Marcador de texto 17">
            <a:extLst>
              <a:ext uri="{FF2B5EF4-FFF2-40B4-BE49-F238E27FC236}">
                <a16:creationId xmlns:a16="http://schemas.microsoft.com/office/drawing/2014/main" id="{4A61AD54-AE38-284C-BC95-17950258EE33}"/>
              </a:ext>
            </a:extLst>
          </p:cNvPr>
          <p:cNvSpPr>
            <a:spLocks noGrp="1"/>
          </p:cNvSpPr>
          <p:nvPr>
            <p:ph type="body" sz="quarter" idx="21" hasCustomPrompt="1"/>
          </p:nvPr>
        </p:nvSpPr>
        <p:spPr>
          <a:xfrm>
            <a:off x="8245654" y="4054039"/>
            <a:ext cx="3597966"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49" name="Marcador de posición de imagen 9">
            <a:extLst>
              <a:ext uri="{FF2B5EF4-FFF2-40B4-BE49-F238E27FC236}">
                <a16:creationId xmlns:a16="http://schemas.microsoft.com/office/drawing/2014/main" id="{CDE12242-5FE9-434F-BCD9-5F5A207FF890}"/>
              </a:ext>
            </a:extLst>
          </p:cNvPr>
          <p:cNvSpPr>
            <a:spLocks noGrp="1"/>
          </p:cNvSpPr>
          <p:nvPr>
            <p:ph type="pic" sz="quarter" idx="28" hasCustomPrompt="1"/>
          </p:nvPr>
        </p:nvSpPr>
        <p:spPr>
          <a:xfrm>
            <a:off x="8245654" y="4538681"/>
            <a:ext cx="3597966" cy="1717379"/>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50" name="Marcador de texto 17">
            <a:extLst>
              <a:ext uri="{FF2B5EF4-FFF2-40B4-BE49-F238E27FC236}">
                <a16:creationId xmlns:a16="http://schemas.microsoft.com/office/drawing/2014/main" id="{3BE6E1B0-BA0F-2247-B64B-1F2CB061A148}"/>
              </a:ext>
            </a:extLst>
          </p:cNvPr>
          <p:cNvSpPr>
            <a:spLocks noGrp="1"/>
          </p:cNvSpPr>
          <p:nvPr>
            <p:ph type="body" sz="quarter" idx="29" hasCustomPrompt="1"/>
          </p:nvPr>
        </p:nvSpPr>
        <p:spPr>
          <a:xfrm>
            <a:off x="8245654" y="6256064"/>
            <a:ext cx="3597966"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16" name="Marcador de fecha 3">
            <a:extLst>
              <a:ext uri="{FF2B5EF4-FFF2-40B4-BE49-F238E27FC236}">
                <a16:creationId xmlns:a16="http://schemas.microsoft.com/office/drawing/2014/main" id="{31BE8524-AF10-644E-8E88-47B6FE783D1D}"/>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17" name="Marcador de pie de página 4">
            <a:extLst>
              <a:ext uri="{FF2B5EF4-FFF2-40B4-BE49-F238E27FC236}">
                <a16:creationId xmlns:a16="http://schemas.microsoft.com/office/drawing/2014/main" id="{A4BA69A9-8745-1944-B9A5-87703BFABC3E}"/>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23" name="Marcador de texto 17">
            <a:extLst>
              <a:ext uri="{FF2B5EF4-FFF2-40B4-BE49-F238E27FC236}">
                <a16:creationId xmlns:a16="http://schemas.microsoft.com/office/drawing/2014/main" id="{7EC95510-7449-9D42-89C5-1DE5D1425DD1}"/>
              </a:ext>
            </a:extLst>
          </p:cNvPr>
          <p:cNvSpPr>
            <a:spLocks noGrp="1"/>
          </p:cNvSpPr>
          <p:nvPr>
            <p:ph type="body" sz="quarter" idx="30" hasCustomPrompt="1"/>
          </p:nvPr>
        </p:nvSpPr>
        <p:spPr>
          <a:xfrm>
            <a:off x="457200" y="1286740"/>
            <a:ext cx="7473281"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4" name="Título 1">
            <a:extLst>
              <a:ext uri="{FF2B5EF4-FFF2-40B4-BE49-F238E27FC236}">
                <a16:creationId xmlns:a16="http://schemas.microsoft.com/office/drawing/2014/main" id="{B2B9B2C0-AC93-A445-9CF7-8A03E8438F9F}"/>
              </a:ext>
            </a:extLst>
          </p:cNvPr>
          <p:cNvSpPr>
            <a:spLocks noGrp="1"/>
          </p:cNvSpPr>
          <p:nvPr>
            <p:ph type="ctrTitle" hasCustomPrompt="1"/>
          </p:nvPr>
        </p:nvSpPr>
        <p:spPr>
          <a:xfrm>
            <a:off x="457200" y="873516"/>
            <a:ext cx="7473281"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18" name="Marcador de texto 17">
            <a:extLst>
              <a:ext uri="{FF2B5EF4-FFF2-40B4-BE49-F238E27FC236}">
                <a16:creationId xmlns:a16="http://schemas.microsoft.com/office/drawing/2014/main" id="{1A48A01D-2980-7143-968D-75F775CA99F2}"/>
              </a:ext>
            </a:extLst>
          </p:cNvPr>
          <p:cNvSpPr>
            <a:spLocks noGrp="1"/>
          </p:cNvSpPr>
          <p:nvPr>
            <p:ph type="body" sz="quarter" idx="10" hasCustomPrompt="1"/>
          </p:nvPr>
        </p:nvSpPr>
        <p:spPr>
          <a:xfrm>
            <a:off x="457201" y="2015704"/>
            <a:ext cx="3597966"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19" name="Marcador de texto 17">
            <a:extLst>
              <a:ext uri="{FF2B5EF4-FFF2-40B4-BE49-F238E27FC236}">
                <a16:creationId xmlns:a16="http://schemas.microsoft.com/office/drawing/2014/main" id="{25837F08-C1C5-4149-882D-AD02A33ED6C8}"/>
              </a:ext>
            </a:extLst>
          </p:cNvPr>
          <p:cNvSpPr>
            <a:spLocks noGrp="1"/>
          </p:cNvSpPr>
          <p:nvPr>
            <p:ph type="body" sz="quarter" idx="31" hasCustomPrompt="1"/>
          </p:nvPr>
        </p:nvSpPr>
        <p:spPr>
          <a:xfrm>
            <a:off x="4332515" y="2015704"/>
            <a:ext cx="3597966"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pic>
        <p:nvPicPr>
          <p:cNvPr id="20" name="Imagen 19"/>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25091782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Diapositiva texto + imagen 15">
    <p:spTree>
      <p:nvGrpSpPr>
        <p:cNvPr id="1" name=""/>
        <p:cNvGrpSpPr/>
        <p:nvPr/>
      </p:nvGrpSpPr>
      <p:grpSpPr>
        <a:xfrm>
          <a:off x="0" y="0"/>
          <a:ext cx="0" cy="0"/>
          <a:chOff x="0" y="0"/>
          <a:chExt cx="0" cy="0"/>
        </a:xfrm>
      </p:grpSpPr>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2460487"/>
            <a:ext cx="3389313" cy="200055"/>
          </a:xfrm>
          <a:prstGeom prst="rect">
            <a:avLst/>
          </a:prstGeom>
        </p:spPr>
        <p:txBody>
          <a:bodyPr lIns="0" tIns="0" rIns="0" bIns="0">
            <a:spAutoFit/>
          </a:bodyPr>
          <a:lstStyle>
            <a:lvl1pPr marL="0" indent="0">
              <a:lnSpc>
                <a:spcPct val="100000"/>
              </a:lnSpc>
              <a:spcBef>
                <a:spcPts val="0"/>
              </a:spcBef>
              <a:spcAft>
                <a:spcPts val="0"/>
              </a:spcAft>
              <a:buFontTx/>
              <a:buNone/>
              <a:defRPr sz="1300">
                <a:solidFill>
                  <a:schemeClr val="tx2"/>
                </a:solidFill>
              </a:defRPr>
            </a:lvl1pPr>
          </a:lstStyle>
          <a:p>
            <a:pPr lvl="0"/>
            <a:r>
              <a:rPr lang="es-ES" dirty="0"/>
              <a:t>Texto</a:t>
            </a:r>
          </a:p>
        </p:txBody>
      </p:sp>
      <p:sp>
        <p:nvSpPr>
          <p:cNvPr id="21" name="Marcador de posición de imagen 9">
            <a:extLst>
              <a:ext uri="{FF2B5EF4-FFF2-40B4-BE49-F238E27FC236}">
                <a16:creationId xmlns:a16="http://schemas.microsoft.com/office/drawing/2014/main" id="{AA0B2550-2B8D-9A45-AE22-31260411B585}"/>
              </a:ext>
            </a:extLst>
          </p:cNvPr>
          <p:cNvSpPr>
            <a:spLocks noGrp="1"/>
          </p:cNvSpPr>
          <p:nvPr>
            <p:ph type="pic" sz="quarter" idx="22" hasCustomPrompt="1"/>
          </p:nvPr>
        </p:nvSpPr>
        <p:spPr>
          <a:xfrm>
            <a:off x="8245654" y="2336656"/>
            <a:ext cx="3597966" cy="3919401"/>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31" name="Marcador de texto 17">
            <a:extLst>
              <a:ext uri="{FF2B5EF4-FFF2-40B4-BE49-F238E27FC236}">
                <a16:creationId xmlns:a16="http://schemas.microsoft.com/office/drawing/2014/main" id="{EE246D16-2802-5841-8009-478143B453A2}"/>
              </a:ext>
            </a:extLst>
          </p:cNvPr>
          <p:cNvSpPr>
            <a:spLocks noGrp="1"/>
          </p:cNvSpPr>
          <p:nvPr>
            <p:ph type="body" sz="quarter" idx="24" hasCustomPrompt="1"/>
          </p:nvPr>
        </p:nvSpPr>
        <p:spPr>
          <a:xfrm>
            <a:off x="4351427" y="2447886"/>
            <a:ext cx="3389313" cy="200055"/>
          </a:xfrm>
          <a:prstGeom prst="rect">
            <a:avLst/>
          </a:prstGeom>
        </p:spPr>
        <p:txBody>
          <a:bodyPr lIns="0" tIns="0" rIns="0" bIns="0">
            <a:spAutoFit/>
          </a:bodyPr>
          <a:lstStyle>
            <a:lvl1pPr marL="0" indent="0">
              <a:lnSpc>
                <a:spcPct val="100000"/>
              </a:lnSpc>
              <a:spcBef>
                <a:spcPts val="0"/>
              </a:spcBef>
              <a:spcAft>
                <a:spcPts val="0"/>
              </a:spcAft>
              <a:buFontTx/>
              <a:buNone/>
              <a:defRPr sz="1300">
                <a:solidFill>
                  <a:schemeClr val="tx2"/>
                </a:solidFill>
              </a:defRPr>
            </a:lvl1pPr>
          </a:lstStyle>
          <a:p>
            <a:pPr lvl="0"/>
            <a:r>
              <a:rPr lang="es-ES" dirty="0"/>
              <a:t>Subtítulo</a:t>
            </a:r>
          </a:p>
        </p:txBody>
      </p:sp>
      <p:sp>
        <p:nvSpPr>
          <p:cNvPr id="40" name="Marcador de texto 17">
            <a:extLst>
              <a:ext uri="{FF2B5EF4-FFF2-40B4-BE49-F238E27FC236}">
                <a16:creationId xmlns:a16="http://schemas.microsoft.com/office/drawing/2014/main" id="{3AAB9086-BE5A-1D4F-A012-F6A45F51E2B5}"/>
              </a:ext>
            </a:extLst>
          </p:cNvPr>
          <p:cNvSpPr>
            <a:spLocks noGrp="1"/>
          </p:cNvSpPr>
          <p:nvPr>
            <p:ph type="body" sz="quarter" idx="27" hasCustomPrompt="1"/>
          </p:nvPr>
        </p:nvSpPr>
        <p:spPr>
          <a:xfrm>
            <a:off x="4351426" y="2653409"/>
            <a:ext cx="3389313" cy="805349"/>
          </a:xfrm>
          <a:prstGeom prst="rect">
            <a:avLst/>
          </a:prstGeom>
        </p:spPr>
        <p:txBody>
          <a:bodyPr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cxnSp>
        <p:nvCxnSpPr>
          <p:cNvPr id="45" name="Conector recto 44">
            <a:extLst>
              <a:ext uri="{FF2B5EF4-FFF2-40B4-BE49-F238E27FC236}">
                <a16:creationId xmlns:a16="http://schemas.microsoft.com/office/drawing/2014/main" id="{964BE05D-B263-9145-880F-11CB53E76586}"/>
              </a:ext>
            </a:extLst>
          </p:cNvPr>
          <p:cNvCxnSpPr>
            <a:cxnSpLocks/>
          </p:cNvCxnSpPr>
          <p:nvPr userDrawn="1"/>
        </p:nvCxnSpPr>
        <p:spPr>
          <a:xfrm>
            <a:off x="457200"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EA264B47-6F11-CE41-8F63-07533A293496}"/>
              </a:ext>
            </a:extLst>
          </p:cNvPr>
          <p:cNvCxnSpPr>
            <a:cxnSpLocks/>
          </p:cNvCxnSpPr>
          <p:nvPr userDrawn="1"/>
        </p:nvCxnSpPr>
        <p:spPr>
          <a:xfrm>
            <a:off x="4351427"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0" name="Marcador de texto 17">
            <a:extLst>
              <a:ext uri="{FF2B5EF4-FFF2-40B4-BE49-F238E27FC236}">
                <a16:creationId xmlns:a16="http://schemas.microsoft.com/office/drawing/2014/main" id="{3BE6E1B0-BA0F-2247-B64B-1F2CB061A148}"/>
              </a:ext>
            </a:extLst>
          </p:cNvPr>
          <p:cNvSpPr>
            <a:spLocks noGrp="1"/>
          </p:cNvSpPr>
          <p:nvPr>
            <p:ph type="body" sz="quarter" idx="29" hasCustomPrompt="1"/>
          </p:nvPr>
        </p:nvSpPr>
        <p:spPr>
          <a:xfrm>
            <a:off x="8245654" y="6256064"/>
            <a:ext cx="3597966"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53" name="Marcador de fecha 3">
            <a:extLst>
              <a:ext uri="{FF2B5EF4-FFF2-40B4-BE49-F238E27FC236}">
                <a16:creationId xmlns:a16="http://schemas.microsoft.com/office/drawing/2014/main" id="{5B9E6149-7800-8B4D-8237-D995EC7CC948}"/>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54" name="Marcador de pie de página 4">
            <a:extLst>
              <a:ext uri="{FF2B5EF4-FFF2-40B4-BE49-F238E27FC236}">
                <a16:creationId xmlns:a16="http://schemas.microsoft.com/office/drawing/2014/main" id="{08A5AEA0-AFE5-3846-8BCD-5E08E9149B5E}"/>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
        <p:nvSpPr>
          <p:cNvPr id="18" name="Marcador de texto 17">
            <a:extLst>
              <a:ext uri="{FF2B5EF4-FFF2-40B4-BE49-F238E27FC236}">
                <a16:creationId xmlns:a16="http://schemas.microsoft.com/office/drawing/2014/main" id="{7192B359-5956-9A4E-92CF-EE6224E66CCB}"/>
              </a:ext>
            </a:extLst>
          </p:cNvPr>
          <p:cNvSpPr>
            <a:spLocks noGrp="1"/>
          </p:cNvSpPr>
          <p:nvPr>
            <p:ph type="body" sz="quarter" idx="30" hasCustomPrompt="1"/>
          </p:nvPr>
        </p:nvSpPr>
        <p:spPr>
          <a:xfrm>
            <a:off x="457201" y="2015704"/>
            <a:ext cx="3597966"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19" name="Marcador de texto 17">
            <a:extLst>
              <a:ext uri="{FF2B5EF4-FFF2-40B4-BE49-F238E27FC236}">
                <a16:creationId xmlns:a16="http://schemas.microsoft.com/office/drawing/2014/main" id="{C7DD19D8-2879-6543-9584-7A7A9882F91D}"/>
              </a:ext>
            </a:extLst>
          </p:cNvPr>
          <p:cNvSpPr>
            <a:spLocks noGrp="1"/>
          </p:cNvSpPr>
          <p:nvPr>
            <p:ph type="body" sz="quarter" idx="31" hasCustomPrompt="1"/>
          </p:nvPr>
        </p:nvSpPr>
        <p:spPr>
          <a:xfrm>
            <a:off x="4332515" y="2015704"/>
            <a:ext cx="3597966"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20" name="Marcador de texto 17">
            <a:extLst>
              <a:ext uri="{FF2B5EF4-FFF2-40B4-BE49-F238E27FC236}">
                <a16:creationId xmlns:a16="http://schemas.microsoft.com/office/drawing/2014/main" id="{681E269C-2798-274E-B27F-2E6E031058C3}"/>
              </a:ext>
            </a:extLst>
          </p:cNvPr>
          <p:cNvSpPr>
            <a:spLocks noGrp="1"/>
          </p:cNvSpPr>
          <p:nvPr>
            <p:ph type="body" sz="quarter" idx="32" hasCustomPrompt="1"/>
          </p:nvPr>
        </p:nvSpPr>
        <p:spPr>
          <a:xfrm>
            <a:off x="457200" y="1286740"/>
            <a:ext cx="7473281"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2" name="Título 1">
            <a:extLst>
              <a:ext uri="{FF2B5EF4-FFF2-40B4-BE49-F238E27FC236}">
                <a16:creationId xmlns:a16="http://schemas.microsoft.com/office/drawing/2014/main" id="{85F43C2E-D687-114C-878F-3E2D67AD472C}"/>
              </a:ext>
            </a:extLst>
          </p:cNvPr>
          <p:cNvSpPr>
            <a:spLocks noGrp="1"/>
          </p:cNvSpPr>
          <p:nvPr>
            <p:ph type="ctrTitle" hasCustomPrompt="1"/>
          </p:nvPr>
        </p:nvSpPr>
        <p:spPr>
          <a:xfrm>
            <a:off x="457200" y="873516"/>
            <a:ext cx="7473281"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6" name="Imagen 15"/>
          <p:cNvPicPr>
            <a:picLocks noChangeAspect="1"/>
          </p:cNvPicPr>
          <p:nvPr userDrawn="1"/>
        </p:nvPicPr>
        <p:blipFill>
          <a:blip r:embed="rId2"/>
          <a:stretch>
            <a:fillRect/>
          </a:stretch>
        </p:blipFill>
        <p:spPr>
          <a:xfrm>
            <a:off x="116951" y="96446"/>
            <a:ext cx="1249460" cy="679664"/>
          </a:xfrm>
          <a:prstGeom prst="rect">
            <a:avLst/>
          </a:prstGeom>
        </p:spPr>
      </p:pic>
    </p:spTree>
    <p:extLst>
      <p:ext uri="{BB962C8B-B14F-4D97-AF65-F5344CB8AC3E}">
        <p14:creationId xmlns:p14="http://schemas.microsoft.com/office/powerpoint/2010/main" val="9673856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Diapositiva logo 01">
    <p:spTree>
      <p:nvGrpSpPr>
        <p:cNvPr id="1" name=""/>
        <p:cNvGrpSpPr/>
        <p:nvPr/>
      </p:nvGrpSpPr>
      <p:grpSpPr>
        <a:xfrm>
          <a:off x="0" y="0"/>
          <a:ext cx="0" cy="0"/>
          <a:chOff x="0" y="0"/>
          <a:chExt cx="0" cy="0"/>
        </a:xfrm>
      </p:grpSpPr>
      <p:sp>
        <p:nvSpPr>
          <p:cNvPr id="6" name="Marcador de fecha 3">
            <a:extLst>
              <a:ext uri="{FF2B5EF4-FFF2-40B4-BE49-F238E27FC236}">
                <a16:creationId xmlns:a16="http://schemas.microsoft.com/office/drawing/2014/main" id="{6694A35B-F8B0-1F4D-8370-7C276F4446C9}"/>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7" name="Marcador de pie de página 4">
            <a:extLst>
              <a:ext uri="{FF2B5EF4-FFF2-40B4-BE49-F238E27FC236}">
                <a16:creationId xmlns:a16="http://schemas.microsoft.com/office/drawing/2014/main" id="{BBA16E2E-C89F-6743-B261-4A17C1866CF7}"/>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pic>
        <p:nvPicPr>
          <p:cNvPr id="12" name="Imagen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11494041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iapositiva logo 02">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8981F5A9-D9F7-4E43-BD5D-7262F346B24F}"/>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7" name="Marcador de fecha 3">
            <a:extLst>
              <a:ext uri="{FF2B5EF4-FFF2-40B4-BE49-F238E27FC236}">
                <a16:creationId xmlns:a16="http://schemas.microsoft.com/office/drawing/2014/main" id="{8E59F214-4609-2345-92B3-DF47125DE119}"/>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8" name="Marcador de pie de página 4">
            <a:extLst>
              <a:ext uri="{FF2B5EF4-FFF2-40B4-BE49-F238E27FC236}">
                <a16:creationId xmlns:a16="http://schemas.microsoft.com/office/drawing/2014/main" id="{FEAFEE5F-C8BD-ED43-9E72-A34CC9281027}"/>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pic>
        <p:nvPicPr>
          <p:cNvPr id="12" name="Imagen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98245190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Diapositiva logo 03">
    <p:spTree>
      <p:nvGrpSpPr>
        <p:cNvPr id="1" name=""/>
        <p:cNvGrpSpPr/>
        <p:nvPr/>
      </p:nvGrpSpPr>
      <p:grpSpPr>
        <a:xfrm>
          <a:off x="0" y="0"/>
          <a:ext cx="0" cy="0"/>
          <a:chOff x="0" y="0"/>
          <a:chExt cx="0" cy="0"/>
        </a:xfrm>
      </p:grpSpPr>
      <p:sp>
        <p:nvSpPr>
          <p:cNvPr id="9" name="Título 1">
            <a:extLst>
              <a:ext uri="{FF2B5EF4-FFF2-40B4-BE49-F238E27FC236}">
                <a16:creationId xmlns:a16="http://schemas.microsoft.com/office/drawing/2014/main" id="{8981F5A9-D9F7-4E43-BD5D-7262F346B24F}"/>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7" name="Marcador de fecha 3">
            <a:extLst>
              <a:ext uri="{FF2B5EF4-FFF2-40B4-BE49-F238E27FC236}">
                <a16:creationId xmlns:a16="http://schemas.microsoft.com/office/drawing/2014/main" id="{8E59F214-4609-2345-92B3-DF47125DE119}"/>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8" name="Marcador de pie de página 4">
            <a:extLst>
              <a:ext uri="{FF2B5EF4-FFF2-40B4-BE49-F238E27FC236}">
                <a16:creationId xmlns:a16="http://schemas.microsoft.com/office/drawing/2014/main" id="{FEAFEE5F-C8BD-ED43-9E72-A34CC9281027}"/>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cxnSp>
        <p:nvCxnSpPr>
          <p:cNvPr id="6" name="Conector recto 5">
            <a:extLst>
              <a:ext uri="{FF2B5EF4-FFF2-40B4-BE49-F238E27FC236}">
                <a16:creationId xmlns:a16="http://schemas.microsoft.com/office/drawing/2014/main" id="{25005034-4CD4-FE42-97D7-F4631BAB55B5}"/>
              </a:ext>
            </a:extLst>
          </p:cNvPr>
          <p:cNvCxnSpPr>
            <a:cxnSpLocks/>
          </p:cNvCxnSpPr>
          <p:nvPr userDrawn="1"/>
        </p:nvCxnSpPr>
        <p:spPr>
          <a:xfrm>
            <a:off x="457200" y="2336656"/>
            <a:ext cx="1127760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1" name="Marcador de texto 17">
            <a:extLst>
              <a:ext uri="{FF2B5EF4-FFF2-40B4-BE49-F238E27FC236}">
                <a16:creationId xmlns:a16="http://schemas.microsoft.com/office/drawing/2014/main" id="{05A6CE2C-C060-3141-AD21-2A9429F0D92E}"/>
              </a:ext>
            </a:extLst>
          </p:cNvPr>
          <p:cNvSpPr>
            <a:spLocks noGrp="1"/>
          </p:cNvSpPr>
          <p:nvPr>
            <p:ph type="body" sz="quarter" idx="11"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pic>
        <p:nvPicPr>
          <p:cNvPr id="14" name="Imagen 1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38275847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iapositiva logo 04">
    <p:spTree>
      <p:nvGrpSpPr>
        <p:cNvPr id="1" name=""/>
        <p:cNvGrpSpPr/>
        <p:nvPr/>
      </p:nvGrpSpPr>
      <p:grpSpPr>
        <a:xfrm>
          <a:off x="0" y="0"/>
          <a:ext cx="0" cy="0"/>
          <a:chOff x="0" y="0"/>
          <a:chExt cx="0" cy="0"/>
        </a:xfrm>
      </p:grpSpPr>
      <p:sp>
        <p:nvSpPr>
          <p:cNvPr id="8" name="Marcador de texto 17">
            <a:extLst>
              <a:ext uri="{FF2B5EF4-FFF2-40B4-BE49-F238E27FC236}">
                <a16:creationId xmlns:a16="http://schemas.microsoft.com/office/drawing/2014/main" id="{36FA4678-E4A1-104F-A6DB-CE1C5FE32321}"/>
              </a:ext>
            </a:extLst>
          </p:cNvPr>
          <p:cNvSpPr>
            <a:spLocks noGrp="1"/>
          </p:cNvSpPr>
          <p:nvPr>
            <p:ph type="body" sz="quarter" idx="10"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5" name="Marcador de fecha 3">
            <a:extLst>
              <a:ext uri="{FF2B5EF4-FFF2-40B4-BE49-F238E27FC236}">
                <a16:creationId xmlns:a16="http://schemas.microsoft.com/office/drawing/2014/main" id="{0292D9E4-2490-D942-B5E0-7AC211177675}"/>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6" name="Marcador de pie de página 4">
            <a:extLst>
              <a:ext uri="{FF2B5EF4-FFF2-40B4-BE49-F238E27FC236}">
                <a16:creationId xmlns:a16="http://schemas.microsoft.com/office/drawing/2014/main" id="{C3E8A9CC-B961-7542-B542-CE6E5401878C}"/>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11" name="Título 1">
            <a:extLst>
              <a:ext uri="{FF2B5EF4-FFF2-40B4-BE49-F238E27FC236}">
                <a16:creationId xmlns:a16="http://schemas.microsoft.com/office/drawing/2014/main" id="{4CF0854C-5F2D-D047-992D-A0A4913F2083}"/>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2" name="Imagen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428886389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iapositiva logo 05">
    <p:spTree>
      <p:nvGrpSpPr>
        <p:cNvPr id="1" name=""/>
        <p:cNvGrpSpPr/>
        <p:nvPr/>
      </p:nvGrpSpPr>
      <p:grpSpPr>
        <a:xfrm>
          <a:off x="0" y="0"/>
          <a:ext cx="0" cy="0"/>
          <a:chOff x="0" y="0"/>
          <a:chExt cx="0" cy="0"/>
        </a:xfrm>
      </p:grpSpPr>
      <p:sp>
        <p:nvSpPr>
          <p:cNvPr id="8" name="Marcador de texto 17">
            <a:extLst>
              <a:ext uri="{FF2B5EF4-FFF2-40B4-BE49-F238E27FC236}">
                <a16:creationId xmlns:a16="http://schemas.microsoft.com/office/drawing/2014/main" id="{36FA4678-E4A1-104F-A6DB-CE1C5FE32321}"/>
              </a:ext>
            </a:extLst>
          </p:cNvPr>
          <p:cNvSpPr>
            <a:spLocks noGrp="1"/>
          </p:cNvSpPr>
          <p:nvPr>
            <p:ph type="body" sz="quarter" idx="10"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5" name="Marcador de fecha 3">
            <a:extLst>
              <a:ext uri="{FF2B5EF4-FFF2-40B4-BE49-F238E27FC236}">
                <a16:creationId xmlns:a16="http://schemas.microsoft.com/office/drawing/2014/main" id="{0292D9E4-2490-D942-B5E0-7AC211177675}"/>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6" name="Marcador de pie de página 4">
            <a:extLst>
              <a:ext uri="{FF2B5EF4-FFF2-40B4-BE49-F238E27FC236}">
                <a16:creationId xmlns:a16="http://schemas.microsoft.com/office/drawing/2014/main" id="{C3E8A9CC-B961-7542-B542-CE6E5401878C}"/>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11" name="Título 1">
            <a:extLst>
              <a:ext uri="{FF2B5EF4-FFF2-40B4-BE49-F238E27FC236}">
                <a16:creationId xmlns:a16="http://schemas.microsoft.com/office/drawing/2014/main" id="{4CF0854C-5F2D-D047-992D-A0A4913F2083}"/>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cxnSp>
        <p:nvCxnSpPr>
          <p:cNvPr id="7" name="Conector recto 6">
            <a:extLst>
              <a:ext uri="{FF2B5EF4-FFF2-40B4-BE49-F238E27FC236}">
                <a16:creationId xmlns:a16="http://schemas.microsoft.com/office/drawing/2014/main" id="{AE02E2E5-C85E-4A40-BC9B-2B24E807BF73}"/>
              </a:ext>
            </a:extLst>
          </p:cNvPr>
          <p:cNvCxnSpPr>
            <a:cxnSpLocks/>
          </p:cNvCxnSpPr>
          <p:nvPr userDrawn="1"/>
        </p:nvCxnSpPr>
        <p:spPr>
          <a:xfrm>
            <a:off x="457200" y="2336656"/>
            <a:ext cx="1127760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Marcador de texto 17">
            <a:extLst>
              <a:ext uri="{FF2B5EF4-FFF2-40B4-BE49-F238E27FC236}">
                <a16:creationId xmlns:a16="http://schemas.microsoft.com/office/drawing/2014/main" id="{E8D386A3-DAE1-3243-8B6B-B91990D83A4D}"/>
              </a:ext>
            </a:extLst>
          </p:cNvPr>
          <p:cNvSpPr>
            <a:spLocks noGrp="1"/>
          </p:cNvSpPr>
          <p:nvPr>
            <p:ph type="body" sz="quarter" idx="11"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pic>
        <p:nvPicPr>
          <p:cNvPr id="13" name="Imagen 1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91059729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iapositiva texto 1">
    <p:spTree>
      <p:nvGrpSpPr>
        <p:cNvPr id="1" name=""/>
        <p:cNvGrpSpPr/>
        <p:nvPr/>
      </p:nvGrpSpPr>
      <p:grpSpPr>
        <a:xfrm>
          <a:off x="0" y="0"/>
          <a:ext cx="0" cy="0"/>
          <a:chOff x="0" y="0"/>
          <a:chExt cx="0" cy="0"/>
        </a:xfrm>
      </p:grpSpPr>
      <p:sp>
        <p:nvSpPr>
          <p:cNvPr id="27" name="Marcador de texto 17">
            <a:extLst>
              <a:ext uri="{FF2B5EF4-FFF2-40B4-BE49-F238E27FC236}">
                <a16:creationId xmlns:a16="http://schemas.microsoft.com/office/drawing/2014/main" id="{E89CD91F-9288-4C41-BBAA-AE3604DB8303}"/>
              </a:ext>
            </a:extLst>
          </p:cNvPr>
          <p:cNvSpPr>
            <a:spLocks noGrp="1"/>
          </p:cNvSpPr>
          <p:nvPr>
            <p:ph type="body" sz="quarter" idx="10" hasCustomPrompt="1"/>
          </p:nvPr>
        </p:nvSpPr>
        <p:spPr>
          <a:xfrm>
            <a:off x="457199" y="25731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31" name="Marcador de fecha 3">
            <a:extLst>
              <a:ext uri="{FF2B5EF4-FFF2-40B4-BE49-F238E27FC236}">
                <a16:creationId xmlns:a16="http://schemas.microsoft.com/office/drawing/2014/main" id="{891808B7-3802-5241-9B70-2E460A9BF73D}"/>
              </a:ext>
            </a:extLst>
          </p:cNvPr>
          <p:cNvSpPr>
            <a:spLocks noGrp="1"/>
          </p:cNvSpPr>
          <p:nvPr>
            <p:ph type="dt" sz="half" idx="2"/>
          </p:nvPr>
        </p:nvSpPr>
        <p:spPr>
          <a:xfrm>
            <a:off x="274315" y="6469095"/>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32" name="Marcador de pie de página 4">
            <a:extLst>
              <a:ext uri="{FF2B5EF4-FFF2-40B4-BE49-F238E27FC236}">
                <a16:creationId xmlns:a16="http://schemas.microsoft.com/office/drawing/2014/main" id="{BFC6271A-25C9-BC4F-BF74-60FB6B851807}"/>
              </a:ext>
            </a:extLst>
          </p:cNvPr>
          <p:cNvSpPr>
            <a:spLocks noGrp="1"/>
          </p:cNvSpPr>
          <p:nvPr>
            <p:ph type="ftr" sz="quarter" idx="3"/>
          </p:nvPr>
        </p:nvSpPr>
        <p:spPr>
          <a:xfrm>
            <a:off x="2722983" y="6492177"/>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8" name="Título 1">
            <a:extLst>
              <a:ext uri="{FF2B5EF4-FFF2-40B4-BE49-F238E27FC236}">
                <a16:creationId xmlns:a16="http://schemas.microsoft.com/office/drawing/2014/main" id="{1EB5023D-DA11-A144-A9DC-1014A8C0158F}"/>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9" name="Imagen 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19545700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Diapositiva texto 2">
    <p:spTree>
      <p:nvGrpSpPr>
        <p:cNvPr id="1" name=""/>
        <p:cNvGrpSpPr/>
        <p:nvPr/>
      </p:nvGrpSpPr>
      <p:grpSpPr>
        <a:xfrm>
          <a:off x="0" y="0"/>
          <a:ext cx="0" cy="0"/>
          <a:chOff x="0" y="0"/>
          <a:chExt cx="0" cy="0"/>
        </a:xfrm>
      </p:grpSpPr>
      <p:sp>
        <p:nvSpPr>
          <p:cNvPr id="27" name="Marcador de texto 17">
            <a:extLst>
              <a:ext uri="{FF2B5EF4-FFF2-40B4-BE49-F238E27FC236}">
                <a16:creationId xmlns:a16="http://schemas.microsoft.com/office/drawing/2014/main" id="{E89CD91F-9288-4C41-BBAA-AE3604DB8303}"/>
              </a:ext>
            </a:extLst>
          </p:cNvPr>
          <p:cNvSpPr>
            <a:spLocks noGrp="1"/>
          </p:cNvSpPr>
          <p:nvPr>
            <p:ph type="body" sz="quarter" idx="10" hasCustomPrompt="1"/>
          </p:nvPr>
        </p:nvSpPr>
        <p:spPr>
          <a:xfrm>
            <a:off x="457199" y="25731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31" name="Marcador de fecha 3">
            <a:extLst>
              <a:ext uri="{FF2B5EF4-FFF2-40B4-BE49-F238E27FC236}">
                <a16:creationId xmlns:a16="http://schemas.microsoft.com/office/drawing/2014/main" id="{891808B7-3802-5241-9B70-2E460A9BF73D}"/>
              </a:ext>
            </a:extLst>
          </p:cNvPr>
          <p:cNvSpPr>
            <a:spLocks noGrp="1"/>
          </p:cNvSpPr>
          <p:nvPr>
            <p:ph type="dt" sz="half" idx="2"/>
          </p:nvPr>
        </p:nvSpPr>
        <p:spPr>
          <a:xfrm>
            <a:off x="274315" y="6469095"/>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32" name="Marcador de pie de página 4">
            <a:extLst>
              <a:ext uri="{FF2B5EF4-FFF2-40B4-BE49-F238E27FC236}">
                <a16:creationId xmlns:a16="http://schemas.microsoft.com/office/drawing/2014/main" id="{BFC6271A-25C9-BC4F-BF74-60FB6B851807}"/>
              </a:ext>
            </a:extLst>
          </p:cNvPr>
          <p:cNvSpPr>
            <a:spLocks noGrp="1"/>
          </p:cNvSpPr>
          <p:nvPr>
            <p:ph type="ftr" sz="quarter" idx="3"/>
          </p:nvPr>
        </p:nvSpPr>
        <p:spPr>
          <a:xfrm>
            <a:off x="2722983" y="6492177"/>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8" name="Título 1">
            <a:extLst>
              <a:ext uri="{FF2B5EF4-FFF2-40B4-BE49-F238E27FC236}">
                <a16:creationId xmlns:a16="http://schemas.microsoft.com/office/drawing/2014/main" id="{1EB5023D-DA11-A144-A9DC-1014A8C0158F}"/>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cxnSp>
        <p:nvCxnSpPr>
          <p:cNvPr id="7" name="Conector recto 6">
            <a:extLst>
              <a:ext uri="{FF2B5EF4-FFF2-40B4-BE49-F238E27FC236}">
                <a16:creationId xmlns:a16="http://schemas.microsoft.com/office/drawing/2014/main" id="{116BB603-D7DF-3F4C-9255-9CF9822519BA}"/>
              </a:ext>
            </a:extLst>
          </p:cNvPr>
          <p:cNvCxnSpPr>
            <a:cxnSpLocks/>
          </p:cNvCxnSpPr>
          <p:nvPr userDrawn="1"/>
        </p:nvCxnSpPr>
        <p:spPr>
          <a:xfrm>
            <a:off x="457200" y="2336656"/>
            <a:ext cx="1127760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Marcador de texto 17">
            <a:extLst>
              <a:ext uri="{FF2B5EF4-FFF2-40B4-BE49-F238E27FC236}">
                <a16:creationId xmlns:a16="http://schemas.microsoft.com/office/drawing/2014/main" id="{E0B08286-1F82-9449-A0EA-9C57957E84D1}"/>
              </a:ext>
            </a:extLst>
          </p:cNvPr>
          <p:cNvSpPr>
            <a:spLocks noGrp="1"/>
          </p:cNvSpPr>
          <p:nvPr>
            <p:ph type="body" sz="quarter" idx="11"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pic>
        <p:nvPicPr>
          <p:cNvPr id="12" name="Imagen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344401769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iapositiva texto 3">
    <p:bg>
      <p:bgPr>
        <a:solidFill>
          <a:schemeClr val="tx2"/>
        </a:solidFill>
        <a:effectLst/>
      </p:bgPr>
    </p:bg>
    <p:spTree>
      <p:nvGrpSpPr>
        <p:cNvPr id="1" name=""/>
        <p:cNvGrpSpPr/>
        <p:nvPr/>
      </p:nvGrpSpPr>
      <p:grpSpPr>
        <a:xfrm>
          <a:off x="0" y="0"/>
          <a:ext cx="0" cy="0"/>
          <a:chOff x="0" y="0"/>
          <a:chExt cx="0" cy="0"/>
        </a:xfrm>
      </p:grpSpPr>
      <p:sp>
        <p:nvSpPr>
          <p:cNvPr id="27" name="Marcador de texto 17">
            <a:extLst>
              <a:ext uri="{FF2B5EF4-FFF2-40B4-BE49-F238E27FC236}">
                <a16:creationId xmlns:a16="http://schemas.microsoft.com/office/drawing/2014/main" id="{E89CD91F-9288-4C41-BBAA-AE3604DB8303}"/>
              </a:ext>
            </a:extLst>
          </p:cNvPr>
          <p:cNvSpPr>
            <a:spLocks noGrp="1"/>
          </p:cNvSpPr>
          <p:nvPr>
            <p:ph type="body" sz="quarter" idx="10" hasCustomPrompt="1"/>
          </p:nvPr>
        </p:nvSpPr>
        <p:spPr>
          <a:xfrm>
            <a:off x="457199" y="25731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bg2"/>
                </a:solidFill>
              </a:defRPr>
            </a:lvl1pPr>
          </a:lstStyle>
          <a:p>
            <a:pPr lvl="0"/>
            <a:r>
              <a:rPr lang="es-ES" dirty="0"/>
              <a:t>Lista</a:t>
            </a:r>
          </a:p>
          <a:p>
            <a:pPr lvl="0"/>
            <a:r>
              <a:rPr lang="es-ES" dirty="0"/>
              <a:t>Lista</a:t>
            </a:r>
          </a:p>
          <a:p>
            <a:pPr lvl="0"/>
            <a:r>
              <a:rPr lang="es-ES" dirty="0"/>
              <a:t>Lista</a:t>
            </a:r>
          </a:p>
        </p:txBody>
      </p:sp>
      <p:sp>
        <p:nvSpPr>
          <p:cNvPr id="31" name="Marcador de fecha 3">
            <a:extLst>
              <a:ext uri="{FF2B5EF4-FFF2-40B4-BE49-F238E27FC236}">
                <a16:creationId xmlns:a16="http://schemas.microsoft.com/office/drawing/2014/main" id="{891808B7-3802-5241-9B70-2E460A9BF73D}"/>
              </a:ext>
            </a:extLst>
          </p:cNvPr>
          <p:cNvSpPr>
            <a:spLocks noGrp="1"/>
          </p:cNvSpPr>
          <p:nvPr>
            <p:ph type="dt" sz="half" idx="2"/>
          </p:nvPr>
        </p:nvSpPr>
        <p:spPr>
          <a:xfrm>
            <a:off x="274315" y="6469095"/>
            <a:ext cx="2021016" cy="161582"/>
          </a:xfrm>
          <a:prstGeom prst="rect">
            <a:avLst/>
          </a:prstGeom>
        </p:spPr>
        <p:txBody>
          <a:bodyPr vert="horz" wrap="square" lIns="0" tIns="0" rIns="0" bIns="0" rtlCol="0" anchor="t" anchorCtr="0">
            <a:spAutoFit/>
          </a:bodyPr>
          <a:lstStyle>
            <a:lvl1pPr algn="l">
              <a:defRPr sz="1050">
                <a:solidFill>
                  <a:schemeClr val="bg2"/>
                </a:solidFill>
              </a:defRPr>
            </a:lvl1pPr>
          </a:lstStyle>
          <a:p>
            <a:r>
              <a:rPr lang="es-ES" dirty="0"/>
              <a:t>Fecha y Lugar</a:t>
            </a:r>
          </a:p>
        </p:txBody>
      </p:sp>
      <p:sp>
        <p:nvSpPr>
          <p:cNvPr id="32" name="Marcador de pie de página 4">
            <a:extLst>
              <a:ext uri="{FF2B5EF4-FFF2-40B4-BE49-F238E27FC236}">
                <a16:creationId xmlns:a16="http://schemas.microsoft.com/office/drawing/2014/main" id="{BFC6271A-25C9-BC4F-BF74-60FB6B851807}"/>
              </a:ext>
            </a:extLst>
          </p:cNvPr>
          <p:cNvSpPr>
            <a:spLocks noGrp="1"/>
          </p:cNvSpPr>
          <p:nvPr>
            <p:ph type="ftr" sz="quarter" idx="3"/>
          </p:nvPr>
        </p:nvSpPr>
        <p:spPr>
          <a:xfrm>
            <a:off x="2722983" y="6492177"/>
            <a:ext cx="4114800" cy="138499"/>
          </a:xfrm>
          <a:prstGeom prst="rect">
            <a:avLst/>
          </a:prstGeom>
        </p:spPr>
        <p:txBody>
          <a:bodyPr vert="horz" lIns="0" tIns="0" rIns="0" bIns="0" rtlCol="0" anchor="ctr">
            <a:spAutoFit/>
          </a:bodyPr>
          <a:lstStyle>
            <a:lvl1pPr algn="l">
              <a:defRPr sz="900">
                <a:solidFill>
                  <a:schemeClr val="bg2"/>
                </a:solidFill>
              </a:defRPr>
            </a:lvl1pPr>
          </a:lstStyle>
          <a:p>
            <a:r>
              <a:rPr lang="es-ES" dirty="0"/>
              <a:t>OHLA</a:t>
            </a:r>
          </a:p>
        </p:txBody>
      </p:sp>
      <p:sp>
        <p:nvSpPr>
          <p:cNvPr id="7" name="Título 1">
            <a:extLst>
              <a:ext uri="{FF2B5EF4-FFF2-40B4-BE49-F238E27FC236}">
                <a16:creationId xmlns:a16="http://schemas.microsoft.com/office/drawing/2014/main" id="{5CECD416-984A-B043-9197-C6FD1EB4D212}"/>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bg2"/>
                </a:solidFill>
                <a:latin typeface="+mn-lt"/>
              </a:defRPr>
            </a:lvl1pPr>
          </a:lstStyle>
          <a:p>
            <a:r>
              <a:rPr lang="es-ES" dirty="0"/>
              <a:t>Título diapositiva</a:t>
            </a:r>
          </a:p>
        </p:txBody>
      </p:sp>
      <p:pic>
        <p:nvPicPr>
          <p:cNvPr id="8" name="Marcador de contenido 9"/>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05829" y="207166"/>
            <a:ext cx="1078994" cy="547096"/>
          </a:xfrm>
          <a:prstGeom prst="rect">
            <a:avLst/>
          </a:prstGeom>
          <a:ln>
            <a:noFill/>
          </a:ln>
        </p:spPr>
      </p:pic>
    </p:spTree>
    <p:extLst>
      <p:ext uri="{BB962C8B-B14F-4D97-AF65-F5344CB8AC3E}">
        <p14:creationId xmlns:p14="http://schemas.microsoft.com/office/powerpoint/2010/main" val="330586540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iapositiva texto 4">
    <p:bg>
      <p:bgPr>
        <a:solidFill>
          <a:schemeClr val="accent1"/>
        </a:solidFill>
        <a:effectLst/>
      </p:bgPr>
    </p:bg>
    <p:spTree>
      <p:nvGrpSpPr>
        <p:cNvPr id="1" name=""/>
        <p:cNvGrpSpPr/>
        <p:nvPr/>
      </p:nvGrpSpPr>
      <p:grpSpPr>
        <a:xfrm>
          <a:off x="0" y="0"/>
          <a:ext cx="0" cy="0"/>
          <a:chOff x="0" y="0"/>
          <a:chExt cx="0" cy="0"/>
        </a:xfrm>
      </p:grpSpPr>
      <p:sp>
        <p:nvSpPr>
          <p:cNvPr id="27" name="Marcador de texto 17">
            <a:extLst>
              <a:ext uri="{FF2B5EF4-FFF2-40B4-BE49-F238E27FC236}">
                <a16:creationId xmlns:a16="http://schemas.microsoft.com/office/drawing/2014/main" id="{E89CD91F-9288-4C41-BBAA-AE3604DB8303}"/>
              </a:ext>
            </a:extLst>
          </p:cNvPr>
          <p:cNvSpPr>
            <a:spLocks noGrp="1"/>
          </p:cNvSpPr>
          <p:nvPr>
            <p:ph type="body" sz="quarter" idx="10" hasCustomPrompt="1"/>
          </p:nvPr>
        </p:nvSpPr>
        <p:spPr>
          <a:xfrm>
            <a:off x="457199" y="25731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bg2"/>
                </a:solidFill>
              </a:defRPr>
            </a:lvl1pPr>
          </a:lstStyle>
          <a:p>
            <a:pPr lvl="0"/>
            <a:r>
              <a:rPr lang="es-ES" dirty="0"/>
              <a:t>Lista</a:t>
            </a:r>
          </a:p>
          <a:p>
            <a:pPr lvl="0"/>
            <a:r>
              <a:rPr lang="es-ES" dirty="0"/>
              <a:t>Lista</a:t>
            </a:r>
          </a:p>
          <a:p>
            <a:pPr lvl="0"/>
            <a:r>
              <a:rPr lang="es-ES" dirty="0"/>
              <a:t>Lista</a:t>
            </a:r>
          </a:p>
        </p:txBody>
      </p:sp>
      <p:sp>
        <p:nvSpPr>
          <p:cNvPr id="31" name="Marcador de fecha 3">
            <a:extLst>
              <a:ext uri="{FF2B5EF4-FFF2-40B4-BE49-F238E27FC236}">
                <a16:creationId xmlns:a16="http://schemas.microsoft.com/office/drawing/2014/main" id="{891808B7-3802-5241-9B70-2E460A9BF73D}"/>
              </a:ext>
            </a:extLst>
          </p:cNvPr>
          <p:cNvSpPr>
            <a:spLocks noGrp="1"/>
          </p:cNvSpPr>
          <p:nvPr>
            <p:ph type="dt" sz="half" idx="2"/>
          </p:nvPr>
        </p:nvSpPr>
        <p:spPr>
          <a:xfrm>
            <a:off x="274315" y="6469095"/>
            <a:ext cx="2021016" cy="161582"/>
          </a:xfrm>
          <a:prstGeom prst="rect">
            <a:avLst/>
          </a:prstGeom>
        </p:spPr>
        <p:txBody>
          <a:bodyPr vert="horz" wrap="square" lIns="0" tIns="0" rIns="0" bIns="0" rtlCol="0" anchor="t" anchorCtr="0">
            <a:spAutoFit/>
          </a:bodyPr>
          <a:lstStyle>
            <a:lvl1pPr algn="l">
              <a:defRPr sz="1050">
                <a:solidFill>
                  <a:schemeClr val="bg2"/>
                </a:solidFill>
              </a:defRPr>
            </a:lvl1pPr>
          </a:lstStyle>
          <a:p>
            <a:r>
              <a:rPr lang="es-ES" dirty="0"/>
              <a:t>Fecha y Lugar</a:t>
            </a:r>
          </a:p>
        </p:txBody>
      </p:sp>
      <p:sp>
        <p:nvSpPr>
          <p:cNvPr id="32" name="Marcador de pie de página 4">
            <a:extLst>
              <a:ext uri="{FF2B5EF4-FFF2-40B4-BE49-F238E27FC236}">
                <a16:creationId xmlns:a16="http://schemas.microsoft.com/office/drawing/2014/main" id="{BFC6271A-25C9-BC4F-BF74-60FB6B851807}"/>
              </a:ext>
            </a:extLst>
          </p:cNvPr>
          <p:cNvSpPr>
            <a:spLocks noGrp="1"/>
          </p:cNvSpPr>
          <p:nvPr>
            <p:ph type="ftr" sz="quarter" idx="3"/>
          </p:nvPr>
        </p:nvSpPr>
        <p:spPr>
          <a:xfrm>
            <a:off x="2722983" y="6492177"/>
            <a:ext cx="4114800" cy="138499"/>
          </a:xfrm>
          <a:prstGeom prst="rect">
            <a:avLst/>
          </a:prstGeom>
        </p:spPr>
        <p:txBody>
          <a:bodyPr vert="horz" lIns="0" tIns="0" rIns="0" bIns="0" rtlCol="0" anchor="ctr">
            <a:spAutoFit/>
          </a:bodyPr>
          <a:lstStyle>
            <a:lvl1pPr algn="l">
              <a:defRPr sz="900">
                <a:solidFill>
                  <a:schemeClr val="bg2"/>
                </a:solidFill>
              </a:defRPr>
            </a:lvl1pPr>
          </a:lstStyle>
          <a:p>
            <a:r>
              <a:rPr lang="es-ES" dirty="0"/>
              <a:t>OHLA</a:t>
            </a:r>
          </a:p>
        </p:txBody>
      </p:sp>
      <p:sp>
        <p:nvSpPr>
          <p:cNvPr id="7" name="Título 1">
            <a:extLst>
              <a:ext uri="{FF2B5EF4-FFF2-40B4-BE49-F238E27FC236}">
                <a16:creationId xmlns:a16="http://schemas.microsoft.com/office/drawing/2014/main" id="{5CECD416-984A-B043-9197-C6FD1EB4D212}"/>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bg2"/>
                </a:solidFill>
                <a:latin typeface="+mn-lt"/>
              </a:defRPr>
            </a:lvl1pPr>
          </a:lstStyle>
          <a:p>
            <a:r>
              <a:rPr lang="es-ES" dirty="0"/>
              <a:t>Título diapositiva</a:t>
            </a:r>
          </a:p>
        </p:txBody>
      </p:sp>
      <p:pic>
        <p:nvPicPr>
          <p:cNvPr id="8" name="Imagen 7" descr="Logotipo&#10;&#10;Descripción generada automáticamente con confianza media">
            <a:extLst>
              <a:ext uri="{FF2B5EF4-FFF2-40B4-BE49-F238E27FC236}">
                <a16:creationId xmlns:a16="http://schemas.microsoft.com/office/drawing/2014/main" id="{192DC4DE-17EC-6A4C-80DB-1E0FF4F7A2B1}"/>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72181" y="236654"/>
            <a:ext cx="939001" cy="460964"/>
          </a:xfrm>
          <a:prstGeom prst="rect">
            <a:avLst/>
          </a:prstGeom>
        </p:spPr>
      </p:pic>
      <p:pic>
        <p:nvPicPr>
          <p:cNvPr id="10" name="Imagen 9"/>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22920" y="164764"/>
            <a:ext cx="1121538" cy="660897"/>
          </a:xfrm>
          <a:prstGeom prst="rect">
            <a:avLst/>
          </a:prstGeom>
          <a:solidFill>
            <a:schemeClr val="accent5"/>
          </a:solidFill>
        </p:spPr>
      </p:pic>
    </p:spTree>
    <p:extLst>
      <p:ext uri="{BB962C8B-B14F-4D97-AF65-F5344CB8AC3E}">
        <p14:creationId xmlns:p14="http://schemas.microsoft.com/office/powerpoint/2010/main" val="66203833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Diapositiva texto 5">
    <p:spTree>
      <p:nvGrpSpPr>
        <p:cNvPr id="1" name=""/>
        <p:cNvGrpSpPr/>
        <p:nvPr/>
      </p:nvGrpSpPr>
      <p:grpSpPr>
        <a:xfrm>
          <a:off x="0" y="0"/>
          <a:ext cx="0" cy="0"/>
          <a:chOff x="0" y="0"/>
          <a:chExt cx="0" cy="0"/>
        </a:xfrm>
      </p:grpSpPr>
      <p:sp>
        <p:nvSpPr>
          <p:cNvPr id="5" name="Marcador de texto 17">
            <a:extLst>
              <a:ext uri="{FF2B5EF4-FFF2-40B4-BE49-F238E27FC236}">
                <a16:creationId xmlns:a16="http://schemas.microsoft.com/office/drawing/2014/main" id="{75895772-3356-CB4C-BA81-67BD8C112464}"/>
              </a:ext>
            </a:extLst>
          </p:cNvPr>
          <p:cNvSpPr>
            <a:spLocks noGrp="1"/>
          </p:cNvSpPr>
          <p:nvPr>
            <p:ph type="body" sz="quarter" idx="11" hasCustomPrompt="1"/>
          </p:nvPr>
        </p:nvSpPr>
        <p:spPr>
          <a:xfrm>
            <a:off x="457199" y="25731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11" name="Marcador de fecha 3">
            <a:extLst>
              <a:ext uri="{FF2B5EF4-FFF2-40B4-BE49-F238E27FC236}">
                <a16:creationId xmlns:a16="http://schemas.microsoft.com/office/drawing/2014/main" id="{60CD4559-D944-A447-80F8-6FAD61310A86}"/>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2" name="Marcador de pie de página 4">
            <a:extLst>
              <a:ext uri="{FF2B5EF4-FFF2-40B4-BE49-F238E27FC236}">
                <a16:creationId xmlns:a16="http://schemas.microsoft.com/office/drawing/2014/main" id="{BF508964-3AF9-ED41-843E-E824BCF3661E}"/>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8" name="Marcador de texto 17">
            <a:extLst>
              <a:ext uri="{FF2B5EF4-FFF2-40B4-BE49-F238E27FC236}">
                <a16:creationId xmlns:a16="http://schemas.microsoft.com/office/drawing/2014/main" id="{7810E033-85F7-144D-A58F-BACD89A6B38A}"/>
              </a:ext>
            </a:extLst>
          </p:cNvPr>
          <p:cNvSpPr>
            <a:spLocks noGrp="1"/>
          </p:cNvSpPr>
          <p:nvPr>
            <p:ph type="body" sz="quarter" idx="10"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9" name="Título 1">
            <a:extLst>
              <a:ext uri="{FF2B5EF4-FFF2-40B4-BE49-F238E27FC236}">
                <a16:creationId xmlns:a16="http://schemas.microsoft.com/office/drawing/2014/main" id="{D0857782-BCF2-0444-9015-CC885BABCBE7}"/>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4" name="Imagen 1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197458807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Diapositiva texto 6">
    <p:bg>
      <p:bgPr>
        <a:solidFill>
          <a:schemeClr val="tx2"/>
        </a:solidFill>
        <a:effectLst/>
      </p:bgPr>
    </p:bg>
    <p:spTree>
      <p:nvGrpSpPr>
        <p:cNvPr id="1" name=""/>
        <p:cNvGrpSpPr/>
        <p:nvPr/>
      </p:nvGrpSpPr>
      <p:grpSpPr>
        <a:xfrm>
          <a:off x="0" y="0"/>
          <a:ext cx="0" cy="0"/>
          <a:chOff x="0" y="0"/>
          <a:chExt cx="0" cy="0"/>
        </a:xfrm>
      </p:grpSpPr>
      <p:sp>
        <p:nvSpPr>
          <p:cNvPr id="27" name="Marcador de texto 17">
            <a:extLst>
              <a:ext uri="{FF2B5EF4-FFF2-40B4-BE49-F238E27FC236}">
                <a16:creationId xmlns:a16="http://schemas.microsoft.com/office/drawing/2014/main" id="{E89CD91F-9288-4C41-BBAA-AE3604DB8303}"/>
              </a:ext>
            </a:extLst>
          </p:cNvPr>
          <p:cNvSpPr>
            <a:spLocks noGrp="1"/>
          </p:cNvSpPr>
          <p:nvPr>
            <p:ph type="body" sz="quarter" idx="10" hasCustomPrompt="1"/>
          </p:nvPr>
        </p:nvSpPr>
        <p:spPr>
          <a:xfrm>
            <a:off x="457199" y="25731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bg2"/>
                </a:solidFill>
              </a:defRPr>
            </a:lvl1pPr>
          </a:lstStyle>
          <a:p>
            <a:pPr lvl="0"/>
            <a:r>
              <a:rPr lang="es-ES" dirty="0"/>
              <a:t>Lista</a:t>
            </a:r>
          </a:p>
          <a:p>
            <a:pPr lvl="0"/>
            <a:r>
              <a:rPr lang="es-ES" dirty="0"/>
              <a:t>Lista</a:t>
            </a:r>
          </a:p>
          <a:p>
            <a:pPr lvl="0"/>
            <a:r>
              <a:rPr lang="es-ES" dirty="0"/>
              <a:t>Lista</a:t>
            </a:r>
          </a:p>
        </p:txBody>
      </p:sp>
      <p:sp>
        <p:nvSpPr>
          <p:cNvPr id="31" name="Marcador de fecha 3">
            <a:extLst>
              <a:ext uri="{FF2B5EF4-FFF2-40B4-BE49-F238E27FC236}">
                <a16:creationId xmlns:a16="http://schemas.microsoft.com/office/drawing/2014/main" id="{891808B7-3802-5241-9B70-2E460A9BF73D}"/>
              </a:ext>
            </a:extLst>
          </p:cNvPr>
          <p:cNvSpPr>
            <a:spLocks noGrp="1"/>
          </p:cNvSpPr>
          <p:nvPr>
            <p:ph type="dt" sz="half" idx="2"/>
          </p:nvPr>
        </p:nvSpPr>
        <p:spPr>
          <a:xfrm>
            <a:off x="274315" y="6469095"/>
            <a:ext cx="2021016" cy="161582"/>
          </a:xfrm>
          <a:prstGeom prst="rect">
            <a:avLst/>
          </a:prstGeom>
        </p:spPr>
        <p:txBody>
          <a:bodyPr vert="horz" wrap="square" lIns="0" tIns="0" rIns="0" bIns="0" rtlCol="0" anchor="t" anchorCtr="0">
            <a:spAutoFit/>
          </a:bodyPr>
          <a:lstStyle>
            <a:lvl1pPr algn="l">
              <a:defRPr sz="1050">
                <a:solidFill>
                  <a:schemeClr val="bg2"/>
                </a:solidFill>
              </a:defRPr>
            </a:lvl1pPr>
          </a:lstStyle>
          <a:p>
            <a:r>
              <a:rPr lang="es-ES" dirty="0"/>
              <a:t>Fecha y Lugar</a:t>
            </a:r>
          </a:p>
        </p:txBody>
      </p:sp>
      <p:sp>
        <p:nvSpPr>
          <p:cNvPr id="32" name="Marcador de pie de página 4">
            <a:extLst>
              <a:ext uri="{FF2B5EF4-FFF2-40B4-BE49-F238E27FC236}">
                <a16:creationId xmlns:a16="http://schemas.microsoft.com/office/drawing/2014/main" id="{BFC6271A-25C9-BC4F-BF74-60FB6B851807}"/>
              </a:ext>
            </a:extLst>
          </p:cNvPr>
          <p:cNvSpPr>
            <a:spLocks noGrp="1"/>
          </p:cNvSpPr>
          <p:nvPr>
            <p:ph type="ftr" sz="quarter" idx="3"/>
          </p:nvPr>
        </p:nvSpPr>
        <p:spPr>
          <a:xfrm>
            <a:off x="2722983" y="6492177"/>
            <a:ext cx="4114800" cy="138499"/>
          </a:xfrm>
          <a:prstGeom prst="rect">
            <a:avLst/>
          </a:prstGeom>
        </p:spPr>
        <p:txBody>
          <a:bodyPr vert="horz" lIns="0" tIns="0" rIns="0" bIns="0" rtlCol="0" anchor="ctr">
            <a:spAutoFit/>
          </a:bodyPr>
          <a:lstStyle>
            <a:lvl1pPr algn="l">
              <a:defRPr sz="900">
                <a:solidFill>
                  <a:schemeClr val="bg2"/>
                </a:solidFill>
              </a:defRPr>
            </a:lvl1pPr>
          </a:lstStyle>
          <a:p>
            <a:r>
              <a:rPr lang="es-ES" dirty="0"/>
              <a:t>OHLA</a:t>
            </a:r>
          </a:p>
        </p:txBody>
      </p:sp>
      <p:sp>
        <p:nvSpPr>
          <p:cNvPr id="10" name="Marcador de texto 17">
            <a:extLst>
              <a:ext uri="{FF2B5EF4-FFF2-40B4-BE49-F238E27FC236}">
                <a16:creationId xmlns:a16="http://schemas.microsoft.com/office/drawing/2014/main" id="{6A797C43-7272-7548-BFB3-30CD3C740B3E}"/>
              </a:ext>
            </a:extLst>
          </p:cNvPr>
          <p:cNvSpPr>
            <a:spLocks noGrp="1"/>
          </p:cNvSpPr>
          <p:nvPr>
            <p:ph type="body" sz="quarter" idx="11"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bg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1" name="Título 1">
            <a:extLst>
              <a:ext uri="{FF2B5EF4-FFF2-40B4-BE49-F238E27FC236}">
                <a16:creationId xmlns:a16="http://schemas.microsoft.com/office/drawing/2014/main" id="{C315D707-9F25-4C4F-BB0A-35C0FC4720AE}"/>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bg2"/>
                </a:solidFill>
                <a:latin typeface="+mn-lt"/>
              </a:defRPr>
            </a:lvl1pPr>
          </a:lstStyle>
          <a:p>
            <a:r>
              <a:rPr lang="es-ES" dirty="0"/>
              <a:t>Título diapositiva</a:t>
            </a:r>
          </a:p>
        </p:txBody>
      </p:sp>
      <p:pic>
        <p:nvPicPr>
          <p:cNvPr id="8" name="Marcador de contenido 9"/>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05829" y="207166"/>
            <a:ext cx="1078994" cy="547096"/>
          </a:xfrm>
          <a:prstGeom prst="rect">
            <a:avLst/>
          </a:prstGeom>
          <a:ln>
            <a:noFill/>
          </a:ln>
        </p:spPr>
      </p:pic>
    </p:spTree>
    <p:extLst>
      <p:ext uri="{BB962C8B-B14F-4D97-AF65-F5344CB8AC3E}">
        <p14:creationId xmlns:p14="http://schemas.microsoft.com/office/powerpoint/2010/main" val="4173800894"/>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iapositiva texto 7">
    <p:bg>
      <p:bgPr>
        <a:solidFill>
          <a:schemeClr val="accent1"/>
        </a:solidFill>
        <a:effectLst/>
      </p:bgPr>
    </p:bg>
    <p:spTree>
      <p:nvGrpSpPr>
        <p:cNvPr id="1" name=""/>
        <p:cNvGrpSpPr/>
        <p:nvPr/>
      </p:nvGrpSpPr>
      <p:grpSpPr>
        <a:xfrm>
          <a:off x="0" y="0"/>
          <a:ext cx="0" cy="0"/>
          <a:chOff x="0" y="0"/>
          <a:chExt cx="0" cy="0"/>
        </a:xfrm>
      </p:grpSpPr>
      <p:sp>
        <p:nvSpPr>
          <p:cNvPr id="27" name="Marcador de texto 17">
            <a:extLst>
              <a:ext uri="{FF2B5EF4-FFF2-40B4-BE49-F238E27FC236}">
                <a16:creationId xmlns:a16="http://schemas.microsoft.com/office/drawing/2014/main" id="{E89CD91F-9288-4C41-BBAA-AE3604DB8303}"/>
              </a:ext>
            </a:extLst>
          </p:cNvPr>
          <p:cNvSpPr>
            <a:spLocks noGrp="1"/>
          </p:cNvSpPr>
          <p:nvPr>
            <p:ph type="body" sz="quarter" idx="10" hasCustomPrompt="1"/>
          </p:nvPr>
        </p:nvSpPr>
        <p:spPr>
          <a:xfrm>
            <a:off x="457199" y="25731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bg2"/>
                </a:solidFill>
              </a:defRPr>
            </a:lvl1pPr>
          </a:lstStyle>
          <a:p>
            <a:pPr lvl="0"/>
            <a:r>
              <a:rPr lang="es-ES" dirty="0"/>
              <a:t>Lista</a:t>
            </a:r>
          </a:p>
          <a:p>
            <a:pPr lvl="0"/>
            <a:r>
              <a:rPr lang="es-ES" dirty="0"/>
              <a:t>Lista</a:t>
            </a:r>
          </a:p>
          <a:p>
            <a:pPr lvl="0"/>
            <a:r>
              <a:rPr lang="es-ES" dirty="0"/>
              <a:t>Lista</a:t>
            </a:r>
          </a:p>
        </p:txBody>
      </p:sp>
      <p:sp>
        <p:nvSpPr>
          <p:cNvPr id="31" name="Marcador de fecha 3">
            <a:extLst>
              <a:ext uri="{FF2B5EF4-FFF2-40B4-BE49-F238E27FC236}">
                <a16:creationId xmlns:a16="http://schemas.microsoft.com/office/drawing/2014/main" id="{891808B7-3802-5241-9B70-2E460A9BF73D}"/>
              </a:ext>
            </a:extLst>
          </p:cNvPr>
          <p:cNvSpPr>
            <a:spLocks noGrp="1"/>
          </p:cNvSpPr>
          <p:nvPr>
            <p:ph type="dt" sz="half" idx="2"/>
          </p:nvPr>
        </p:nvSpPr>
        <p:spPr>
          <a:xfrm>
            <a:off x="274315" y="6469095"/>
            <a:ext cx="2021016" cy="161582"/>
          </a:xfrm>
          <a:prstGeom prst="rect">
            <a:avLst/>
          </a:prstGeom>
        </p:spPr>
        <p:txBody>
          <a:bodyPr vert="horz" wrap="square" lIns="0" tIns="0" rIns="0" bIns="0" rtlCol="0" anchor="t" anchorCtr="0">
            <a:spAutoFit/>
          </a:bodyPr>
          <a:lstStyle>
            <a:lvl1pPr algn="l">
              <a:defRPr sz="1050">
                <a:solidFill>
                  <a:schemeClr val="bg2"/>
                </a:solidFill>
              </a:defRPr>
            </a:lvl1pPr>
          </a:lstStyle>
          <a:p>
            <a:r>
              <a:rPr lang="es-ES" dirty="0"/>
              <a:t>Fecha y Lugar</a:t>
            </a:r>
          </a:p>
        </p:txBody>
      </p:sp>
      <p:sp>
        <p:nvSpPr>
          <p:cNvPr id="32" name="Marcador de pie de página 4">
            <a:extLst>
              <a:ext uri="{FF2B5EF4-FFF2-40B4-BE49-F238E27FC236}">
                <a16:creationId xmlns:a16="http://schemas.microsoft.com/office/drawing/2014/main" id="{BFC6271A-25C9-BC4F-BF74-60FB6B851807}"/>
              </a:ext>
            </a:extLst>
          </p:cNvPr>
          <p:cNvSpPr>
            <a:spLocks noGrp="1"/>
          </p:cNvSpPr>
          <p:nvPr>
            <p:ph type="ftr" sz="quarter" idx="3"/>
          </p:nvPr>
        </p:nvSpPr>
        <p:spPr>
          <a:xfrm>
            <a:off x="2722983" y="6492177"/>
            <a:ext cx="4114800" cy="138499"/>
          </a:xfrm>
          <a:prstGeom prst="rect">
            <a:avLst/>
          </a:prstGeom>
        </p:spPr>
        <p:txBody>
          <a:bodyPr vert="horz" lIns="0" tIns="0" rIns="0" bIns="0" rtlCol="0" anchor="ctr">
            <a:spAutoFit/>
          </a:bodyPr>
          <a:lstStyle>
            <a:lvl1pPr algn="l">
              <a:defRPr sz="900">
                <a:solidFill>
                  <a:schemeClr val="bg2"/>
                </a:solidFill>
              </a:defRPr>
            </a:lvl1pPr>
          </a:lstStyle>
          <a:p>
            <a:r>
              <a:rPr lang="es-ES" dirty="0"/>
              <a:t>OHLA</a:t>
            </a:r>
          </a:p>
        </p:txBody>
      </p:sp>
      <p:sp>
        <p:nvSpPr>
          <p:cNvPr id="10" name="Marcador de texto 17">
            <a:extLst>
              <a:ext uri="{FF2B5EF4-FFF2-40B4-BE49-F238E27FC236}">
                <a16:creationId xmlns:a16="http://schemas.microsoft.com/office/drawing/2014/main" id="{6A797C43-7272-7548-BFB3-30CD3C740B3E}"/>
              </a:ext>
            </a:extLst>
          </p:cNvPr>
          <p:cNvSpPr>
            <a:spLocks noGrp="1"/>
          </p:cNvSpPr>
          <p:nvPr>
            <p:ph type="body" sz="quarter" idx="11"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bg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1" name="Título 1">
            <a:extLst>
              <a:ext uri="{FF2B5EF4-FFF2-40B4-BE49-F238E27FC236}">
                <a16:creationId xmlns:a16="http://schemas.microsoft.com/office/drawing/2014/main" id="{C315D707-9F25-4C4F-BB0A-35C0FC4720AE}"/>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bg2"/>
                </a:solidFill>
                <a:latin typeface="+mn-lt"/>
              </a:defRPr>
            </a:lvl1pPr>
          </a:lstStyle>
          <a:p>
            <a:r>
              <a:rPr lang="es-ES" dirty="0"/>
              <a:t>Título diapositiva</a:t>
            </a:r>
          </a:p>
        </p:txBody>
      </p:sp>
      <p:pic>
        <p:nvPicPr>
          <p:cNvPr id="8" name="Imagen 7" descr="Logotipo&#10;&#10;Descripción generada automáticamente con confianza media">
            <a:extLst>
              <a:ext uri="{FF2B5EF4-FFF2-40B4-BE49-F238E27FC236}">
                <a16:creationId xmlns:a16="http://schemas.microsoft.com/office/drawing/2014/main" id="{BFEC913A-F26D-3C45-934A-1BB46D16D4C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72181" y="236654"/>
            <a:ext cx="939001" cy="460964"/>
          </a:xfrm>
          <a:prstGeom prst="rect">
            <a:avLst/>
          </a:prstGeom>
        </p:spPr>
      </p:pic>
      <p:pic>
        <p:nvPicPr>
          <p:cNvPr id="12" name="Imagen 11"/>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22920" y="164764"/>
            <a:ext cx="1121538" cy="660897"/>
          </a:xfrm>
          <a:prstGeom prst="rect">
            <a:avLst/>
          </a:prstGeom>
          <a:solidFill>
            <a:schemeClr val="accent5"/>
          </a:solidFill>
        </p:spPr>
      </p:pic>
    </p:spTree>
    <p:extLst>
      <p:ext uri="{BB962C8B-B14F-4D97-AF65-F5344CB8AC3E}">
        <p14:creationId xmlns:p14="http://schemas.microsoft.com/office/powerpoint/2010/main" val="28393061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Diapositiva texto 8">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1667644"/>
            <a:ext cx="11277600"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1127760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2967446" y="2458952"/>
            <a:ext cx="6257109" cy="200055"/>
          </a:xfrm>
          <a:prstGeom prst="rect">
            <a:avLst/>
          </a:prstGeom>
          <a:noFill/>
          <a:ln>
            <a:noFill/>
          </a:ln>
        </p:spPr>
        <p:txBody>
          <a:bodyPr wrap="square" lIns="0" tIns="0" rIns="0" bIns="0" numCol="1">
            <a:spAutoFit/>
          </a:bodyPr>
          <a:lstStyle>
            <a:lvl1pPr marL="0" indent="0" algn="ctr">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30" name="Marcador de fecha 3">
            <a:extLst>
              <a:ext uri="{FF2B5EF4-FFF2-40B4-BE49-F238E27FC236}">
                <a16:creationId xmlns:a16="http://schemas.microsoft.com/office/drawing/2014/main" id="{7828D88D-4EBC-9C40-BF67-F09628DC46DE}"/>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31" name="Marcador de pie de página 4">
            <a:extLst>
              <a:ext uri="{FF2B5EF4-FFF2-40B4-BE49-F238E27FC236}">
                <a16:creationId xmlns:a16="http://schemas.microsoft.com/office/drawing/2014/main" id="{11E97AB6-0FFD-1048-8300-8DFCA9030DB5}"/>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13" name="Título 1">
            <a:extLst>
              <a:ext uri="{FF2B5EF4-FFF2-40B4-BE49-F238E27FC236}">
                <a16:creationId xmlns:a16="http://schemas.microsoft.com/office/drawing/2014/main" id="{955E9071-27F3-C246-812F-4433A9D05A65}"/>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1" name="Imagen 10"/>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336769011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Diapositiva texto 9">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1667644"/>
            <a:ext cx="11277600"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1" name="Marcador de texto 17">
            <a:extLst>
              <a:ext uri="{FF2B5EF4-FFF2-40B4-BE49-F238E27FC236}">
                <a16:creationId xmlns:a16="http://schemas.microsoft.com/office/drawing/2014/main" id="{92DB7BEB-AAF2-2D43-9F99-5221469F9E6C}"/>
              </a:ext>
            </a:extLst>
          </p:cNvPr>
          <p:cNvSpPr>
            <a:spLocks noGrp="1"/>
          </p:cNvSpPr>
          <p:nvPr>
            <p:ph type="body" sz="quarter" idx="11" hasCustomPrompt="1"/>
          </p:nvPr>
        </p:nvSpPr>
        <p:spPr>
          <a:xfrm>
            <a:off x="457198" y="4318837"/>
            <a:ext cx="11277602" cy="1522121"/>
          </a:xfrm>
          <a:prstGeom prst="rect">
            <a:avLst/>
          </a:prstGeom>
          <a:solidFill>
            <a:schemeClr val="tx2"/>
          </a:solidFill>
        </p:spPr>
        <p:txBody>
          <a:bodyPr lIns="108000" tIns="288000" rIns="108000" bIns="108000">
            <a:noAutofit/>
          </a:bodyPr>
          <a:lstStyle>
            <a:lvl1pPr marL="0" indent="0" algn="ctr">
              <a:lnSpc>
                <a:spcPts val="1860"/>
              </a:lnSpc>
              <a:spcBef>
                <a:spcPts val="0"/>
              </a:spcBef>
              <a:spcAft>
                <a:spcPts val="0"/>
              </a:spcAft>
              <a:buFontTx/>
              <a:buNone/>
              <a:defRPr sz="1800">
                <a:solidFill>
                  <a:schemeClr val="bg2"/>
                </a:solidFill>
              </a:defRPr>
            </a:lvl1pPr>
          </a:lstStyle>
          <a:p>
            <a:pPr lvl="0"/>
            <a:r>
              <a:rPr lang="es-ES" dirty="0"/>
              <a:t>Texto destacado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11277603"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0" name="Marcador de fecha 3">
            <a:extLst>
              <a:ext uri="{FF2B5EF4-FFF2-40B4-BE49-F238E27FC236}">
                <a16:creationId xmlns:a16="http://schemas.microsoft.com/office/drawing/2014/main" id="{7828D88D-4EBC-9C40-BF67-F09628DC46DE}"/>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31" name="Marcador de pie de página 4">
            <a:extLst>
              <a:ext uri="{FF2B5EF4-FFF2-40B4-BE49-F238E27FC236}">
                <a16:creationId xmlns:a16="http://schemas.microsoft.com/office/drawing/2014/main" id="{11E97AB6-0FFD-1048-8300-8DFCA9030DB5}"/>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13" name="Título 1">
            <a:extLst>
              <a:ext uri="{FF2B5EF4-FFF2-40B4-BE49-F238E27FC236}">
                <a16:creationId xmlns:a16="http://schemas.microsoft.com/office/drawing/2014/main" id="{955E9071-27F3-C246-812F-4433A9D05A65}"/>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12" name="Marcador de texto 17">
            <a:extLst>
              <a:ext uri="{FF2B5EF4-FFF2-40B4-BE49-F238E27FC236}">
                <a16:creationId xmlns:a16="http://schemas.microsoft.com/office/drawing/2014/main" id="{CF70DDE9-413F-1848-B1C3-B1AE5F66A482}"/>
              </a:ext>
            </a:extLst>
          </p:cNvPr>
          <p:cNvSpPr>
            <a:spLocks noGrp="1"/>
          </p:cNvSpPr>
          <p:nvPr>
            <p:ph type="body" sz="quarter" idx="18" hasCustomPrompt="1"/>
          </p:nvPr>
        </p:nvSpPr>
        <p:spPr>
          <a:xfrm>
            <a:off x="2967446" y="2458952"/>
            <a:ext cx="6257109" cy="200055"/>
          </a:xfrm>
          <a:prstGeom prst="rect">
            <a:avLst/>
          </a:prstGeom>
          <a:noFill/>
          <a:ln>
            <a:noFill/>
          </a:ln>
        </p:spPr>
        <p:txBody>
          <a:bodyPr wrap="square" lIns="0" tIns="0" rIns="0" bIns="0" numCol="1">
            <a:spAutoFit/>
          </a:bodyPr>
          <a:lstStyle>
            <a:lvl1pPr marL="0" indent="0" algn="ctr">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pic>
        <p:nvPicPr>
          <p:cNvPr id="15" name="Imagen 1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160596533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Diapositiva texto 10">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8" name="Conector recto 27">
            <a:extLst>
              <a:ext uri="{FF2B5EF4-FFF2-40B4-BE49-F238E27FC236}">
                <a16:creationId xmlns:a16="http://schemas.microsoft.com/office/drawing/2014/main" id="{CD95FC94-5C79-7F45-AE1C-CFE664EF09A1}"/>
              </a:ext>
            </a:extLst>
          </p:cNvPr>
          <p:cNvCxnSpPr>
            <a:cxnSpLocks/>
          </p:cNvCxnSpPr>
          <p:nvPr userDrawn="1"/>
        </p:nvCxnSpPr>
        <p:spPr>
          <a:xfrm>
            <a:off x="6361611"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36834"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Marcador de texto 17">
            <a:extLst>
              <a:ext uri="{FF2B5EF4-FFF2-40B4-BE49-F238E27FC236}">
                <a16:creationId xmlns:a16="http://schemas.microsoft.com/office/drawing/2014/main" id="{282BE2A9-EB3C-EB41-BBCA-677F660BAECB}"/>
              </a:ext>
            </a:extLst>
          </p:cNvPr>
          <p:cNvSpPr>
            <a:spLocks noGrp="1"/>
          </p:cNvSpPr>
          <p:nvPr>
            <p:ph type="body" sz="quarter" idx="24" hasCustomPrompt="1"/>
          </p:nvPr>
        </p:nvSpPr>
        <p:spPr>
          <a:xfrm>
            <a:off x="6361611" y="2458952"/>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5" name="Marcador de fecha 3">
            <a:extLst>
              <a:ext uri="{FF2B5EF4-FFF2-40B4-BE49-F238E27FC236}">
                <a16:creationId xmlns:a16="http://schemas.microsoft.com/office/drawing/2014/main" id="{F409EA6C-1B2A-F340-96FC-D3EE45564FDF}"/>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6" name="Marcador de pie de página 4">
            <a:extLst>
              <a:ext uri="{FF2B5EF4-FFF2-40B4-BE49-F238E27FC236}">
                <a16:creationId xmlns:a16="http://schemas.microsoft.com/office/drawing/2014/main" id="{4E7F4A7E-A4E3-E848-893B-34DF5DD33923}"/>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13" name="Marcador de texto 17">
            <a:extLst>
              <a:ext uri="{FF2B5EF4-FFF2-40B4-BE49-F238E27FC236}">
                <a16:creationId xmlns:a16="http://schemas.microsoft.com/office/drawing/2014/main" id="{AD37CF12-5B67-AE43-A4E3-FF6312838B2E}"/>
              </a:ext>
            </a:extLst>
          </p:cNvPr>
          <p:cNvSpPr>
            <a:spLocks noGrp="1"/>
          </p:cNvSpPr>
          <p:nvPr>
            <p:ph type="body" sz="quarter" idx="25"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4" name="Título 1">
            <a:extLst>
              <a:ext uri="{FF2B5EF4-FFF2-40B4-BE49-F238E27FC236}">
                <a16:creationId xmlns:a16="http://schemas.microsoft.com/office/drawing/2014/main" id="{F9F2AF5B-384C-B84D-93DF-1D92DBFAB7C1}"/>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20" name="Marcador de texto 17">
            <a:extLst>
              <a:ext uri="{FF2B5EF4-FFF2-40B4-BE49-F238E27FC236}">
                <a16:creationId xmlns:a16="http://schemas.microsoft.com/office/drawing/2014/main" id="{6EED90C3-4631-3B44-8350-3B6FFDBE874A}"/>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21" name="Marcador de texto 17">
            <a:extLst>
              <a:ext uri="{FF2B5EF4-FFF2-40B4-BE49-F238E27FC236}">
                <a16:creationId xmlns:a16="http://schemas.microsoft.com/office/drawing/2014/main" id="{0B6F285E-788C-C348-802E-9D2C255156A9}"/>
              </a:ext>
            </a:extLst>
          </p:cNvPr>
          <p:cNvSpPr>
            <a:spLocks noGrp="1"/>
          </p:cNvSpPr>
          <p:nvPr>
            <p:ph type="body" sz="quarter" idx="26" hasCustomPrompt="1"/>
          </p:nvPr>
        </p:nvSpPr>
        <p:spPr>
          <a:xfrm>
            <a:off x="6361611"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pic>
        <p:nvPicPr>
          <p:cNvPr id="18" name="Imagen 1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105558047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iapositiva texto 11">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8" name="Conector recto 27">
            <a:extLst>
              <a:ext uri="{FF2B5EF4-FFF2-40B4-BE49-F238E27FC236}">
                <a16:creationId xmlns:a16="http://schemas.microsoft.com/office/drawing/2014/main" id="{CD95FC94-5C79-7F45-AE1C-CFE664EF09A1}"/>
              </a:ext>
            </a:extLst>
          </p:cNvPr>
          <p:cNvCxnSpPr>
            <a:cxnSpLocks/>
          </p:cNvCxnSpPr>
          <p:nvPr userDrawn="1"/>
        </p:nvCxnSpPr>
        <p:spPr>
          <a:xfrm>
            <a:off x="6381634"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36834"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Marcador de texto 17">
            <a:extLst>
              <a:ext uri="{FF2B5EF4-FFF2-40B4-BE49-F238E27FC236}">
                <a16:creationId xmlns:a16="http://schemas.microsoft.com/office/drawing/2014/main" id="{282BE2A9-EB3C-EB41-BBCA-677F660BAECB}"/>
              </a:ext>
            </a:extLst>
          </p:cNvPr>
          <p:cNvSpPr>
            <a:spLocks noGrp="1"/>
          </p:cNvSpPr>
          <p:nvPr>
            <p:ph type="body" sz="quarter" idx="24" hasCustomPrompt="1"/>
          </p:nvPr>
        </p:nvSpPr>
        <p:spPr>
          <a:xfrm>
            <a:off x="6381635" y="2458952"/>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14" name="Conector recto 13">
            <a:extLst>
              <a:ext uri="{FF2B5EF4-FFF2-40B4-BE49-F238E27FC236}">
                <a16:creationId xmlns:a16="http://schemas.microsoft.com/office/drawing/2014/main" id="{67E3E314-0DF8-8544-B221-5A10C7BFA626}"/>
              </a:ext>
            </a:extLst>
          </p:cNvPr>
          <p:cNvCxnSpPr>
            <a:cxnSpLocks/>
          </p:cNvCxnSpPr>
          <p:nvPr userDrawn="1"/>
        </p:nvCxnSpPr>
        <p:spPr>
          <a:xfrm>
            <a:off x="457200" y="4352069"/>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Marcador de texto 17">
            <a:extLst>
              <a:ext uri="{FF2B5EF4-FFF2-40B4-BE49-F238E27FC236}">
                <a16:creationId xmlns:a16="http://schemas.microsoft.com/office/drawing/2014/main" id="{FA9BD15D-26C7-8846-A9E0-324553504A61}"/>
              </a:ext>
            </a:extLst>
          </p:cNvPr>
          <p:cNvSpPr>
            <a:spLocks noGrp="1"/>
          </p:cNvSpPr>
          <p:nvPr>
            <p:ph type="body" sz="quarter" idx="26" hasCustomPrompt="1"/>
          </p:nvPr>
        </p:nvSpPr>
        <p:spPr>
          <a:xfrm>
            <a:off x="457200" y="4474365"/>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17" name="Conector recto 16">
            <a:extLst>
              <a:ext uri="{FF2B5EF4-FFF2-40B4-BE49-F238E27FC236}">
                <a16:creationId xmlns:a16="http://schemas.microsoft.com/office/drawing/2014/main" id="{53DF34E1-D262-A24E-887D-9DB75329D8F8}"/>
              </a:ext>
            </a:extLst>
          </p:cNvPr>
          <p:cNvCxnSpPr>
            <a:cxnSpLocks/>
          </p:cNvCxnSpPr>
          <p:nvPr userDrawn="1"/>
        </p:nvCxnSpPr>
        <p:spPr>
          <a:xfrm>
            <a:off x="6381634" y="4352069"/>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Marcador de texto 17">
            <a:extLst>
              <a:ext uri="{FF2B5EF4-FFF2-40B4-BE49-F238E27FC236}">
                <a16:creationId xmlns:a16="http://schemas.microsoft.com/office/drawing/2014/main" id="{0A9B66C2-3B56-D041-82B2-DD97E66997F5}"/>
              </a:ext>
            </a:extLst>
          </p:cNvPr>
          <p:cNvSpPr>
            <a:spLocks noGrp="1"/>
          </p:cNvSpPr>
          <p:nvPr>
            <p:ph type="body" sz="quarter" idx="28" hasCustomPrompt="1"/>
          </p:nvPr>
        </p:nvSpPr>
        <p:spPr>
          <a:xfrm>
            <a:off x="6381635" y="4474365"/>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3" name="Marcador de fecha 3">
            <a:extLst>
              <a:ext uri="{FF2B5EF4-FFF2-40B4-BE49-F238E27FC236}">
                <a16:creationId xmlns:a16="http://schemas.microsoft.com/office/drawing/2014/main" id="{52EAB956-DF80-0B46-BB6C-8E1730254B38}"/>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25" name="Marcador de pie de página 4">
            <a:extLst>
              <a:ext uri="{FF2B5EF4-FFF2-40B4-BE49-F238E27FC236}">
                <a16:creationId xmlns:a16="http://schemas.microsoft.com/office/drawing/2014/main" id="{597059D5-89D8-1E42-AA04-E6DA8C57411B}"/>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22" name="Marcador de texto 17">
            <a:extLst>
              <a:ext uri="{FF2B5EF4-FFF2-40B4-BE49-F238E27FC236}">
                <a16:creationId xmlns:a16="http://schemas.microsoft.com/office/drawing/2014/main" id="{B9B91909-7945-3B44-9A36-C0220DAE5CA5}"/>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26" name="Marcador de texto 17">
            <a:extLst>
              <a:ext uri="{FF2B5EF4-FFF2-40B4-BE49-F238E27FC236}">
                <a16:creationId xmlns:a16="http://schemas.microsoft.com/office/drawing/2014/main" id="{1AD48F94-4FB3-F543-998F-274ACF18FC60}"/>
              </a:ext>
            </a:extLst>
          </p:cNvPr>
          <p:cNvSpPr>
            <a:spLocks noGrp="1"/>
          </p:cNvSpPr>
          <p:nvPr>
            <p:ph type="body" sz="quarter" idx="29"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30" name="Título 1">
            <a:extLst>
              <a:ext uri="{FF2B5EF4-FFF2-40B4-BE49-F238E27FC236}">
                <a16:creationId xmlns:a16="http://schemas.microsoft.com/office/drawing/2014/main" id="{0E13EDF6-262F-E544-B4E1-49AC1F9505A5}"/>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31" name="Marcador de texto 17">
            <a:extLst>
              <a:ext uri="{FF2B5EF4-FFF2-40B4-BE49-F238E27FC236}">
                <a16:creationId xmlns:a16="http://schemas.microsoft.com/office/drawing/2014/main" id="{C51BC8BA-4F25-B24C-8CE4-B336C37896B4}"/>
              </a:ext>
            </a:extLst>
          </p:cNvPr>
          <p:cNvSpPr>
            <a:spLocks noGrp="1"/>
          </p:cNvSpPr>
          <p:nvPr>
            <p:ph type="body" sz="quarter" idx="30" hasCustomPrompt="1"/>
          </p:nvPr>
        </p:nvSpPr>
        <p:spPr>
          <a:xfrm>
            <a:off x="637032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32" name="Marcador de texto 17">
            <a:extLst>
              <a:ext uri="{FF2B5EF4-FFF2-40B4-BE49-F238E27FC236}">
                <a16:creationId xmlns:a16="http://schemas.microsoft.com/office/drawing/2014/main" id="{1AB6C488-DEDE-B04F-8163-3986668EE84A}"/>
              </a:ext>
            </a:extLst>
          </p:cNvPr>
          <p:cNvSpPr>
            <a:spLocks noGrp="1"/>
          </p:cNvSpPr>
          <p:nvPr>
            <p:ph type="body" sz="quarter" idx="31" hasCustomPrompt="1"/>
          </p:nvPr>
        </p:nvSpPr>
        <p:spPr>
          <a:xfrm>
            <a:off x="457200" y="4001259"/>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33" name="Marcador de texto 17">
            <a:extLst>
              <a:ext uri="{FF2B5EF4-FFF2-40B4-BE49-F238E27FC236}">
                <a16:creationId xmlns:a16="http://schemas.microsoft.com/office/drawing/2014/main" id="{7C5DB6C9-57E6-C04F-B520-E3E523003479}"/>
              </a:ext>
            </a:extLst>
          </p:cNvPr>
          <p:cNvSpPr>
            <a:spLocks noGrp="1"/>
          </p:cNvSpPr>
          <p:nvPr>
            <p:ph type="body" sz="quarter" idx="32" hasCustomPrompt="1"/>
          </p:nvPr>
        </p:nvSpPr>
        <p:spPr>
          <a:xfrm>
            <a:off x="6370320" y="4001259"/>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pic>
        <p:nvPicPr>
          <p:cNvPr id="27" name="Imagen 2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89096587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Diapositiva texto 12">
    <p:spTree>
      <p:nvGrpSpPr>
        <p:cNvPr id="1" name=""/>
        <p:cNvGrpSpPr/>
        <p:nvPr/>
      </p:nvGrpSpPr>
      <p:grpSpPr>
        <a:xfrm>
          <a:off x="0" y="0"/>
          <a:ext cx="0" cy="0"/>
          <a:chOff x="0" y="0"/>
          <a:chExt cx="0" cy="0"/>
        </a:xfrm>
      </p:grpSpPr>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1" name="Conector recto 20">
            <a:extLst>
              <a:ext uri="{FF2B5EF4-FFF2-40B4-BE49-F238E27FC236}">
                <a16:creationId xmlns:a16="http://schemas.microsoft.com/office/drawing/2014/main" id="{D7F03C65-9AD2-2F41-9A8B-01CD6D233731}"/>
              </a:ext>
            </a:extLst>
          </p:cNvPr>
          <p:cNvCxnSpPr>
            <a:cxnSpLocks/>
          </p:cNvCxnSpPr>
          <p:nvPr userDrawn="1"/>
        </p:nvCxnSpPr>
        <p:spPr>
          <a:xfrm>
            <a:off x="4297015"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26964"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Marcador de texto 17">
            <a:extLst>
              <a:ext uri="{FF2B5EF4-FFF2-40B4-BE49-F238E27FC236}">
                <a16:creationId xmlns:a16="http://schemas.microsoft.com/office/drawing/2014/main" id="{17EC8137-0D17-E04F-80C6-83B9EE409E42}"/>
              </a:ext>
            </a:extLst>
          </p:cNvPr>
          <p:cNvSpPr>
            <a:spLocks noGrp="1"/>
          </p:cNvSpPr>
          <p:nvPr>
            <p:ph type="body" sz="quarter" idx="22" hasCustomPrompt="1"/>
          </p:nvPr>
        </p:nvSpPr>
        <p:spPr>
          <a:xfrm>
            <a:off x="4297015"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7" name="Marcador de texto 17">
            <a:extLst>
              <a:ext uri="{FF2B5EF4-FFF2-40B4-BE49-F238E27FC236}">
                <a16:creationId xmlns:a16="http://schemas.microsoft.com/office/drawing/2014/main" id="{4EC4675B-5411-094D-A532-71264C1CF29E}"/>
              </a:ext>
            </a:extLst>
          </p:cNvPr>
          <p:cNvSpPr>
            <a:spLocks noGrp="1"/>
          </p:cNvSpPr>
          <p:nvPr>
            <p:ph type="body" sz="quarter" idx="23" hasCustomPrompt="1"/>
          </p:nvPr>
        </p:nvSpPr>
        <p:spPr>
          <a:xfrm>
            <a:off x="8126964"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6" name="Marcador de fecha 3">
            <a:extLst>
              <a:ext uri="{FF2B5EF4-FFF2-40B4-BE49-F238E27FC236}">
                <a16:creationId xmlns:a16="http://schemas.microsoft.com/office/drawing/2014/main" id="{F9AFFD61-43C9-9443-812E-C1408DFA4C8A}"/>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7" name="Marcador de pie de página 4">
            <a:extLst>
              <a:ext uri="{FF2B5EF4-FFF2-40B4-BE49-F238E27FC236}">
                <a16:creationId xmlns:a16="http://schemas.microsoft.com/office/drawing/2014/main" id="{DFAEEA35-88F3-414B-B6AA-880CD0CC66BA}"/>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15" name="Marcador de texto 17">
            <a:extLst>
              <a:ext uri="{FF2B5EF4-FFF2-40B4-BE49-F238E27FC236}">
                <a16:creationId xmlns:a16="http://schemas.microsoft.com/office/drawing/2014/main" id="{F543A0D6-52C4-DF45-B355-8938C7830A81}"/>
              </a:ext>
            </a:extLst>
          </p:cNvPr>
          <p:cNvSpPr>
            <a:spLocks noGrp="1"/>
          </p:cNvSpPr>
          <p:nvPr>
            <p:ph type="body" sz="quarter" idx="29"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2" name="Título 1">
            <a:extLst>
              <a:ext uri="{FF2B5EF4-FFF2-40B4-BE49-F238E27FC236}">
                <a16:creationId xmlns:a16="http://schemas.microsoft.com/office/drawing/2014/main" id="{30169772-27C9-B54A-BF79-AF1A1601B038}"/>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28" name="Marcador de texto 17">
            <a:extLst>
              <a:ext uri="{FF2B5EF4-FFF2-40B4-BE49-F238E27FC236}">
                <a16:creationId xmlns:a16="http://schemas.microsoft.com/office/drawing/2014/main" id="{8A4B0B98-D477-8C41-B32C-C3B206A18454}"/>
              </a:ext>
            </a:extLst>
          </p:cNvPr>
          <p:cNvSpPr>
            <a:spLocks noGrp="1"/>
          </p:cNvSpPr>
          <p:nvPr>
            <p:ph type="body" sz="quarter" idx="30" hasCustomPrompt="1"/>
          </p:nvPr>
        </p:nvSpPr>
        <p:spPr>
          <a:xfrm>
            <a:off x="457200" y="2015704"/>
            <a:ext cx="3607831"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29" name="Marcador de texto 17">
            <a:extLst>
              <a:ext uri="{FF2B5EF4-FFF2-40B4-BE49-F238E27FC236}">
                <a16:creationId xmlns:a16="http://schemas.microsoft.com/office/drawing/2014/main" id="{F90A5009-DC0F-D74D-9F6D-CCD320240E90}"/>
              </a:ext>
            </a:extLst>
          </p:cNvPr>
          <p:cNvSpPr>
            <a:spLocks noGrp="1"/>
          </p:cNvSpPr>
          <p:nvPr>
            <p:ph type="body" sz="quarter" idx="31" hasCustomPrompt="1"/>
          </p:nvPr>
        </p:nvSpPr>
        <p:spPr>
          <a:xfrm>
            <a:off x="4280263" y="2015704"/>
            <a:ext cx="3607831"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30" name="Marcador de texto 17">
            <a:extLst>
              <a:ext uri="{FF2B5EF4-FFF2-40B4-BE49-F238E27FC236}">
                <a16:creationId xmlns:a16="http://schemas.microsoft.com/office/drawing/2014/main" id="{CCEC9A9C-C7D5-D94E-89B9-605F011BCDB7}"/>
              </a:ext>
            </a:extLst>
          </p:cNvPr>
          <p:cNvSpPr>
            <a:spLocks noGrp="1"/>
          </p:cNvSpPr>
          <p:nvPr>
            <p:ph type="body" sz="quarter" idx="32" hasCustomPrompt="1"/>
          </p:nvPr>
        </p:nvSpPr>
        <p:spPr>
          <a:xfrm>
            <a:off x="8112034" y="2015704"/>
            <a:ext cx="3607831"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pic>
        <p:nvPicPr>
          <p:cNvPr id="20" name="Imagen 19"/>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360665892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Diapositiva texto 13">
    <p:spTree>
      <p:nvGrpSpPr>
        <p:cNvPr id="1" name=""/>
        <p:cNvGrpSpPr/>
        <p:nvPr/>
      </p:nvGrpSpPr>
      <p:grpSpPr>
        <a:xfrm>
          <a:off x="0" y="0"/>
          <a:ext cx="0" cy="0"/>
          <a:chOff x="0" y="0"/>
          <a:chExt cx="0" cy="0"/>
        </a:xfrm>
      </p:grpSpPr>
      <p:pic>
        <p:nvPicPr>
          <p:cNvPr id="10" name="Imagen 9">
            <a:extLst>
              <a:ext uri="{FF2B5EF4-FFF2-40B4-BE49-F238E27FC236}">
                <a16:creationId xmlns:a16="http://schemas.microsoft.com/office/drawing/2014/main" id="{4DA9A7E7-64B1-8545-B861-9BE7E4C1E09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274315" y="236654"/>
            <a:ext cx="934732" cy="460964"/>
          </a:xfrm>
          <a:prstGeom prst="rect">
            <a:avLst/>
          </a:prstGeom>
        </p:spPr>
      </p:pic>
      <p:sp>
        <p:nvSpPr>
          <p:cNvPr id="11" name="Marcador de texto 17">
            <a:extLst>
              <a:ext uri="{FF2B5EF4-FFF2-40B4-BE49-F238E27FC236}">
                <a16:creationId xmlns:a16="http://schemas.microsoft.com/office/drawing/2014/main" id="{92DB7BEB-AAF2-2D43-9F99-5221469F9E6C}"/>
              </a:ext>
            </a:extLst>
          </p:cNvPr>
          <p:cNvSpPr>
            <a:spLocks noGrp="1"/>
          </p:cNvSpPr>
          <p:nvPr>
            <p:ph type="body" sz="quarter" idx="11" hasCustomPrompt="1"/>
          </p:nvPr>
        </p:nvSpPr>
        <p:spPr>
          <a:xfrm>
            <a:off x="457198" y="4318837"/>
            <a:ext cx="11277602" cy="1522121"/>
          </a:xfrm>
          <a:prstGeom prst="rect">
            <a:avLst/>
          </a:prstGeom>
          <a:solidFill>
            <a:schemeClr val="tx2"/>
          </a:solidFill>
        </p:spPr>
        <p:txBody>
          <a:bodyPr lIns="108000" tIns="288000" rIns="108000" bIns="108000">
            <a:noAutofit/>
          </a:bodyPr>
          <a:lstStyle>
            <a:lvl1pPr marL="0" indent="0" algn="ctr">
              <a:lnSpc>
                <a:spcPct val="100000"/>
              </a:lnSpc>
              <a:spcBef>
                <a:spcPts val="0"/>
              </a:spcBef>
              <a:spcAft>
                <a:spcPts val="0"/>
              </a:spcAft>
              <a:buFontTx/>
              <a:buNone/>
              <a:defRPr sz="1800">
                <a:solidFill>
                  <a:schemeClr val="bg2"/>
                </a:solidFill>
              </a:defRPr>
            </a:lvl1pPr>
          </a:lstStyle>
          <a:p>
            <a:pPr lvl="0"/>
            <a:r>
              <a:rPr lang="es-ES" dirty="0"/>
              <a:t>Texto destacado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1" name="Conector recto 20">
            <a:extLst>
              <a:ext uri="{FF2B5EF4-FFF2-40B4-BE49-F238E27FC236}">
                <a16:creationId xmlns:a16="http://schemas.microsoft.com/office/drawing/2014/main" id="{D7F03C65-9AD2-2F41-9A8B-01CD6D233731}"/>
              </a:ext>
            </a:extLst>
          </p:cNvPr>
          <p:cNvCxnSpPr>
            <a:cxnSpLocks/>
          </p:cNvCxnSpPr>
          <p:nvPr userDrawn="1"/>
        </p:nvCxnSpPr>
        <p:spPr>
          <a:xfrm>
            <a:off x="4297015"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26964"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Marcador de texto 17">
            <a:extLst>
              <a:ext uri="{FF2B5EF4-FFF2-40B4-BE49-F238E27FC236}">
                <a16:creationId xmlns:a16="http://schemas.microsoft.com/office/drawing/2014/main" id="{17EC8137-0D17-E04F-80C6-83B9EE409E42}"/>
              </a:ext>
            </a:extLst>
          </p:cNvPr>
          <p:cNvSpPr>
            <a:spLocks noGrp="1"/>
          </p:cNvSpPr>
          <p:nvPr>
            <p:ph type="body" sz="quarter" idx="22" hasCustomPrompt="1"/>
          </p:nvPr>
        </p:nvSpPr>
        <p:spPr>
          <a:xfrm>
            <a:off x="4297015"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7" name="Marcador de texto 17">
            <a:extLst>
              <a:ext uri="{FF2B5EF4-FFF2-40B4-BE49-F238E27FC236}">
                <a16:creationId xmlns:a16="http://schemas.microsoft.com/office/drawing/2014/main" id="{4EC4675B-5411-094D-A532-71264C1CF29E}"/>
              </a:ext>
            </a:extLst>
          </p:cNvPr>
          <p:cNvSpPr>
            <a:spLocks noGrp="1"/>
          </p:cNvSpPr>
          <p:nvPr>
            <p:ph type="body" sz="quarter" idx="23" hasCustomPrompt="1"/>
          </p:nvPr>
        </p:nvSpPr>
        <p:spPr>
          <a:xfrm>
            <a:off x="8126964"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6" name="Marcador de fecha 3">
            <a:extLst>
              <a:ext uri="{FF2B5EF4-FFF2-40B4-BE49-F238E27FC236}">
                <a16:creationId xmlns:a16="http://schemas.microsoft.com/office/drawing/2014/main" id="{F9AFFD61-43C9-9443-812E-C1408DFA4C8A}"/>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7" name="Marcador de pie de página 4">
            <a:extLst>
              <a:ext uri="{FF2B5EF4-FFF2-40B4-BE49-F238E27FC236}">
                <a16:creationId xmlns:a16="http://schemas.microsoft.com/office/drawing/2014/main" id="{DFAEEA35-88F3-414B-B6AA-880CD0CC66BA}"/>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22" name="Marcador de texto 17">
            <a:extLst>
              <a:ext uri="{FF2B5EF4-FFF2-40B4-BE49-F238E27FC236}">
                <a16:creationId xmlns:a16="http://schemas.microsoft.com/office/drawing/2014/main" id="{E5FDE899-0EC9-E74A-AEE3-A0B124943A86}"/>
              </a:ext>
            </a:extLst>
          </p:cNvPr>
          <p:cNvSpPr>
            <a:spLocks noGrp="1"/>
          </p:cNvSpPr>
          <p:nvPr>
            <p:ph type="body" sz="quarter" idx="29"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8" name="Título 1">
            <a:extLst>
              <a:ext uri="{FF2B5EF4-FFF2-40B4-BE49-F238E27FC236}">
                <a16:creationId xmlns:a16="http://schemas.microsoft.com/office/drawing/2014/main" id="{B85D7984-001E-F64C-B6BC-0FDC4F662440}"/>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29" name="Marcador de texto 17">
            <a:extLst>
              <a:ext uri="{FF2B5EF4-FFF2-40B4-BE49-F238E27FC236}">
                <a16:creationId xmlns:a16="http://schemas.microsoft.com/office/drawing/2014/main" id="{1EDF824D-9D5E-1844-A036-463C0AE07169}"/>
              </a:ext>
            </a:extLst>
          </p:cNvPr>
          <p:cNvSpPr>
            <a:spLocks noGrp="1"/>
          </p:cNvSpPr>
          <p:nvPr>
            <p:ph type="body" sz="quarter" idx="30" hasCustomPrompt="1"/>
          </p:nvPr>
        </p:nvSpPr>
        <p:spPr>
          <a:xfrm>
            <a:off x="457200" y="2015704"/>
            <a:ext cx="3607831"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30" name="Marcador de texto 17">
            <a:extLst>
              <a:ext uri="{FF2B5EF4-FFF2-40B4-BE49-F238E27FC236}">
                <a16:creationId xmlns:a16="http://schemas.microsoft.com/office/drawing/2014/main" id="{106C6299-C267-2140-A6C7-163D6A1A0201}"/>
              </a:ext>
            </a:extLst>
          </p:cNvPr>
          <p:cNvSpPr>
            <a:spLocks noGrp="1"/>
          </p:cNvSpPr>
          <p:nvPr>
            <p:ph type="body" sz="quarter" idx="31" hasCustomPrompt="1"/>
          </p:nvPr>
        </p:nvSpPr>
        <p:spPr>
          <a:xfrm>
            <a:off x="4280263" y="2015704"/>
            <a:ext cx="3607831"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31" name="Marcador de texto 17">
            <a:extLst>
              <a:ext uri="{FF2B5EF4-FFF2-40B4-BE49-F238E27FC236}">
                <a16:creationId xmlns:a16="http://schemas.microsoft.com/office/drawing/2014/main" id="{8F558BC5-0CAE-E343-BD67-4976DF859E7E}"/>
              </a:ext>
            </a:extLst>
          </p:cNvPr>
          <p:cNvSpPr>
            <a:spLocks noGrp="1"/>
          </p:cNvSpPr>
          <p:nvPr>
            <p:ph type="body" sz="quarter" idx="32" hasCustomPrompt="1"/>
          </p:nvPr>
        </p:nvSpPr>
        <p:spPr>
          <a:xfrm>
            <a:off x="8112034" y="2015704"/>
            <a:ext cx="3607831"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Tree>
    <p:extLst>
      <p:ext uri="{BB962C8B-B14F-4D97-AF65-F5344CB8AC3E}">
        <p14:creationId xmlns:p14="http://schemas.microsoft.com/office/powerpoint/2010/main" val="218630459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Diapositiva texto 14">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1667644"/>
            <a:ext cx="5353165" cy="430887"/>
          </a:xfrm>
          <a:prstGeom prst="rect">
            <a:avLst/>
          </a:prstGeom>
          <a:noFill/>
          <a:ln>
            <a:noFill/>
          </a:ln>
        </p:spPr>
        <p:txBody>
          <a:bodyPr wrap="square" lIns="0" tIns="0" rIns="0" bIns="0">
            <a:spAutoFit/>
          </a:bodyPr>
          <a:lstStyle>
            <a:lvl1pPr marL="0" indent="0" algn="ctr">
              <a:lnSpc>
                <a:spcPct val="100000"/>
              </a:lnSpc>
              <a:spcBef>
                <a:spcPts val="0"/>
              </a:spcBef>
              <a:spcAft>
                <a:spcPts val="80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7" name="Marcador de texto 17">
            <a:extLst>
              <a:ext uri="{FF2B5EF4-FFF2-40B4-BE49-F238E27FC236}">
                <a16:creationId xmlns:a16="http://schemas.microsoft.com/office/drawing/2014/main" id="{C82F9F07-5DF4-E74C-B3FF-CE45CB036AC2}"/>
              </a:ext>
            </a:extLst>
          </p:cNvPr>
          <p:cNvSpPr>
            <a:spLocks noGrp="1"/>
          </p:cNvSpPr>
          <p:nvPr>
            <p:ph type="body" sz="quarter" idx="23" hasCustomPrompt="1"/>
          </p:nvPr>
        </p:nvSpPr>
        <p:spPr>
          <a:xfrm>
            <a:off x="6381635" y="1667643"/>
            <a:ext cx="53531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8" name="Conector recto 27">
            <a:extLst>
              <a:ext uri="{FF2B5EF4-FFF2-40B4-BE49-F238E27FC236}">
                <a16:creationId xmlns:a16="http://schemas.microsoft.com/office/drawing/2014/main" id="{CD95FC94-5C79-7F45-AE1C-CFE664EF09A1}"/>
              </a:ext>
            </a:extLst>
          </p:cNvPr>
          <p:cNvCxnSpPr>
            <a:cxnSpLocks/>
          </p:cNvCxnSpPr>
          <p:nvPr userDrawn="1"/>
        </p:nvCxnSpPr>
        <p:spPr>
          <a:xfrm>
            <a:off x="6381634"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36834"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Marcador de texto 17">
            <a:extLst>
              <a:ext uri="{FF2B5EF4-FFF2-40B4-BE49-F238E27FC236}">
                <a16:creationId xmlns:a16="http://schemas.microsoft.com/office/drawing/2014/main" id="{282BE2A9-EB3C-EB41-BBCA-677F660BAECB}"/>
              </a:ext>
            </a:extLst>
          </p:cNvPr>
          <p:cNvSpPr>
            <a:spLocks noGrp="1"/>
          </p:cNvSpPr>
          <p:nvPr>
            <p:ph type="body" sz="quarter" idx="24" hasCustomPrompt="1"/>
          </p:nvPr>
        </p:nvSpPr>
        <p:spPr>
          <a:xfrm>
            <a:off x="6381635" y="2458952"/>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5" name="Marcador de fecha 3">
            <a:extLst>
              <a:ext uri="{FF2B5EF4-FFF2-40B4-BE49-F238E27FC236}">
                <a16:creationId xmlns:a16="http://schemas.microsoft.com/office/drawing/2014/main" id="{F409EA6C-1B2A-F340-96FC-D3EE45564FDF}"/>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6" name="Marcador de pie de página 4">
            <a:extLst>
              <a:ext uri="{FF2B5EF4-FFF2-40B4-BE49-F238E27FC236}">
                <a16:creationId xmlns:a16="http://schemas.microsoft.com/office/drawing/2014/main" id="{4E7F4A7E-A4E3-E848-893B-34DF5DD33923}"/>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17" name="Título 1">
            <a:extLst>
              <a:ext uri="{FF2B5EF4-FFF2-40B4-BE49-F238E27FC236}">
                <a16:creationId xmlns:a16="http://schemas.microsoft.com/office/drawing/2014/main" id="{8B5CF851-ACD7-2E4C-948C-100F121EB976}"/>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3" name="Imagen 1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228169895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Diapositiva texto 15">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1667644"/>
            <a:ext cx="53531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7" name="Marcador de texto 17">
            <a:extLst>
              <a:ext uri="{FF2B5EF4-FFF2-40B4-BE49-F238E27FC236}">
                <a16:creationId xmlns:a16="http://schemas.microsoft.com/office/drawing/2014/main" id="{C82F9F07-5DF4-E74C-B3FF-CE45CB036AC2}"/>
              </a:ext>
            </a:extLst>
          </p:cNvPr>
          <p:cNvSpPr>
            <a:spLocks noGrp="1"/>
          </p:cNvSpPr>
          <p:nvPr>
            <p:ph type="body" sz="quarter" idx="23" hasCustomPrompt="1"/>
          </p:nvPr>
        </p:nvSpPr>
        <p:spPr>
          <a:xfrm>
            <a:off x="6381635" y="1667643"/>
            <a:ext cx="53531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8" name="Conector recto 27">
            <a:extLst>
              <a:ext uri="{FF2B5EF4-FFF2-40B4-BE49-F238E27FC236}">
                <a16:creationId xmlns:a16="http://schemas.microsoft.com/office/drawing/2014/main" id="{CD95FC94-5C79-7F45-AE1C-CFE664EF09A1}"/>
              </a:ext>
            </a:extLst>
          </p:cNvPr>
          <p:cNvCxnSpPr>
            <a:cxnSpLocks/>
          </p:cNvCxnSpPr>
          <p:nvPr userDrawn="1"/>
        </p:nvCxnSpPr>
        <p:spPr>
          <a:xfrm>
            <a:off x="6381634"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36834"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Marcador de texto 17">
            <a:extLst>
              <a:ext uri="{FF2B5EF4-FFF2-40B4-BE49-F238E27FC236}">
                <a16:creationId xmlns:a16="http://schemas.microsoft.com/office/drawing/2014/main" id="{282BE2A9-EB3C-EB41-BBCA-677F660BAECB}"/>
              </a:ext>
            </a:extLst>
          </p:cNvPr>
          <p:cNvSpPr>
            <a:spLocks noGrp="1"/>
          </p:cNvSpPr>
          <p:nvPr>
            <p:ph type="body" sz="quarter" idx="24" hasCustomPrompt="1"/>
          </p:nvPr>
        </p:nvSpPr>
        <p:spPr>
          <a:xfrm>
            <a:off x="6381635" y="2458952"/>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3" name="Marcador de texto 17">
            <a:extLst>
              <a:ext uri="{FF2B5EF4-FFF2-40B4-BE49-F238E27FC236}">
                <a16:creationId xmlns:a16="http://schemas.microsoft.com/office/drawing/2014/main" id="{389C9C35-DF70-254F-B31E-F94CEF1E52C9}"/>
              </a:ext>
            </a:extLst>
          </p:cNvPr>
          <p:cNvSpPr>
            <a:spLocks noGrp="1"/>
          </p:cNvSpPr>
          <p:nvPr>
            <p:ph type="body" sz="quarter" idx="25" hasCustomPrompt="1"/>
          </p:nvPr>
        </p:nvSpPr>
        <p:spPr>
          <a:xfrm>
            <a:off x="457200" y="3683057"/>
            <a:ext cx="53531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14" name="Conector recto 13">
            <a:extLst>
              <a:ext uri="{FF2B5EF4-FFF2-40B4-BE49-F238E27FC236}">
                <a16:creationId xmlns:a16="http://schemas.microsoft.com/office/drawing/2014/main" id="{67E3E314-0DF8-8544-B221-5A10C7BFA626}"/>
              </a:ext>
            </a:extLst>
          </p:cNvPr>
          <p:cNvCxnSpPr>
            <a:cxnSpLocks/>
          </p:cNvCxnSpPr>
          <p:nvPr userDrawn="1"/>
        </p:nvCxnSpPr>
        <p:spPr>
          <a:xfrm>
            <a:off x="457200" y="4352069"/>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5" name="Marcador de texto 17">
            <a:extLst>
              <a:ext uri="{FF2B5EF4-FFF2-40B4-BE49-F238E27FC236}">
                <a16:creationId xmlns:a16="http://schemas.microsoft.com/office/drawing/2014/main" id="{FA9BD15D-26C7-8846-A9E0-324553504A61}"/>
              </a:ext>
            </a:extLst>
          </p:cNvPr>
          <p:cNvSpPr>
            <a:spLocks noGrp="1"/>
          </p:cNvSpPr>
          <p:nvPr>
            <p:ph type="body" sz="quarter" idx="26" hasCustomPrompt="1"/>
          </p:nvPr>
        </p:nvSpPr>
        <p:spPr>
          <a:xfrm>
            <a:off x="457200" y="4474365"/>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6" name="Marcador de texto 17">
            <a:extLst>
              <a:ext uri="{FF2B5EF4-FFF2-40B4-BE49-F238E27FC236}">
                <a16:creationId xmlns:a16="http://schemas.microsoft.com/office/drawing/2014/main" id="{2ACA25AE-B06B-1C4A-8836-CAD1B5EFA9C4}"/>
              </a:ext>
            </a:extLst>
          </p:cNvPr>
          <p:cNvSpPr>
            <a:spLocks noGrp="1"/>
          </p:cNvSpPr>
          <p:nvPr>
            <p:ph type="body" sz="quarter" idx="27" hasCustomPrompt="1"/>
          </p:nvPr>
        </p:nvSpPr>
        <p:spPr>
          <a:xfrm>
            <a:off x="6381635" y="3683056"/>
            <a:ext cx="53531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17" name="Conector recto 16">
            <a:extLst>
              <a:ext uri="{FF2B5EF4-FFF2-40B4-BE49-F238E27FC236}">
                <a16:creationId xmlns:a16="http://schemas.microsoft.com/office/drawing/2014/main" id="{53DF34E1-D262-A24E-887D-9DB75329D8F8}"/>
              </a:ext>
            </a:extLst>
          </p:cNvPr>
          <p:cNvCxnSpPr>
            <a:cxnSpLocks/>
          </p:cNvCxnSpPr>
          <p:nvPr userDrawn="1"/>
        </p:nvCxnSpPr>
        <p:spPr>
          <a:xfrm>
            <a:off x="6381634" y="4352069"/>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Marcador de texto 17">
            <a:extLst>
              <a:ext uri="{FF2B5EF4-FFF2-40B4-BE49-F238E27FC236}">
                <a16:creationId xmlns:a16="http://schemas.microsoft.com/office/drawing/2014/main" id="{0A9B66C2-3B56-D041-82B2-DD97E66997F5}"/>
              </a:ext>
            </a:extLst>
          </p:cNvPr>
          <p:cNvSpPr>
            <a:spLocks noGrp="1"/>
          </p:cNvSpPr>
          <p:nvPr>
            <p:ph type="body" sz="quarter" idx="28" hasCustomPrompt="1"/>
          </p:nvPr>
        </p:nvSpPr>
        <p:spPr>
          <a:xfrm>
            <a:off x="6381635" y="4474365"/>
            <a:ext cx="53531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3" name="Marcador de fecha 3">
            <a:extLst>
              <a:ext uri="{FF2B5EF4-FFF2-40B4-BE49-F238E27FC236}">
                <a16:creationId xmlns:a16="http://schemas.microsoft.com/office/drawing/2014/main" id="{52EAB956-DF80-0B46-BB6C-8E1730254B38}"/>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25" name="Marcador de pie de página 4">
            <a:extLst>
              <a:ext uri="{FF2B5EF4-FFF2-40B4-BE49-F238E27FC236}">
                <a16:creationId xmlns:a16="http://schemas.microsoft.com/office/drawing/2014/main" id="{597059D5-89D8-1E42-AA04-E6DA8C57411B}"/>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21" name="Título 1">
            <a:extLst>
              <a:ext uri="{FF2B5EF4-FFF2-40B4-BE49-F238E27FC236}">
                <a16:creationId xmlns:a16="http://schemas.microsoft.com/office/drawing/2014/main" id="{34DAB769-83B8-6643-BFE6-258E7518D515}"/>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22" name="Imagen 2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1464638858"/>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Diapositiva texto 16">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0" name="Marcador de texto 17">
            <a:extLst>
              <a:ext uri="{FF2B5EF4-FFF2-40B4-BE49-F238E27FC236}">
                <a16:creationId xmlns:a16="http://schemas.microsoft.com/office/drawing/2014/main" id="{70825632-C58B-FC45-BE47-34291A3F1AD9}"/>
              </a:ext>
            </a:extLst>
          </p:cNvPr>
          <p:cNvSpPr>
            <a:spLocks noGrp="1"/>
          </p:cNvSpPr>
          <p:nvPr>
            <p:ph type="body" sz="quarter" idx="19" hasCustomPrompt="1"/>
          </p:nvPr>
        </p:nvSpPr>
        <p:spPr>
          <a:xfrm>
            <a:off x="4297015"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1" name="Conector recto 20">
            <a:extLst>
              <a:ext uri="{FF2B5EF4-FFF2-40B4-BE49-F238E27FC236}">
                <a16:creationId xmlns:a16="http://schemas.microsoft.com/office/drawing/2014/main" id="{D7F03C65-9AD2-2F41-9A8B-01CD6D233731}"/>
              </a:ext>
            </a:extLst>
          </p:cNvPr>
          <p:cNvCxnSpPr>
            <a:cxnSpLocks/>
          </p:cNvCxnSpPr>
          <p:nvPr userDrawn="1"/>
        </p:nvCxnSpPr>
        <p:spPr>
          <a:xfrm>
            <a:off x="4297015"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Marcador de texto 17">
            <a:extLst>
              <a:ext uri="{FF2B5EF4-FFF2-40B4-BE49-F238E27FC236}">
                <a16:creationId xmlns:a16="http://schemas.microsoft.com/office/drawing/2014/main" id="{870936B8-E2BF-E240-9296-E02A6216086C}"/>
              </a:ext>
            </a:extLst>
          </p:cNvPr>
          <p:cNvSpPr>
            <a:spLocks noGrp="1"/>
          </p:cNvSpPr>
          <p:nvPr>
            <p:ph type="body" sz="quarter" idx="21" hasCustomPrompt="1"/>
          </p:nvPr>
        </p:nvSpPr>
        <p:spPr>
          <a:xfrm>
            <a:off x="8126964"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26964"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Marcador de texto 17">
            <a:extLst>
              <a:ext uri="{FF2B5EF4-FFF2-40B4-BE49-F238E27FC236}">
                <a16:creationId xmlns:a16="http://schemas.microsoft.com/office/drawing/2014/main" id="{17EC8137-0D17-E04F-80C6-83B9EE409E42}"/>
              </a:ext>
            </a:extLst>
          </p:cNvPr>
          <p:cNvSpPr>
            <a:spLocks noGrp="1"/>
          </p:cNvSpPr>
          <p:nvPr>
            <p:ph type="body" sz="quarter" idx="22" hasCustomPrompt="1"/>
          </p:nvPr>
        </p:nvSpPr>
        <p:spPr>
          <a:xfrm>
            <a:off x="4297015"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7" name="Marcador de texto 17">
            <a:extLst>
              <a:ext uri="{FF2B5EF4-FFF2-40B4-BE49-F238E27FC236}">
                <a16:creationId xmlns:a16="http://schemas.microsoft.com/office/drawing/2014/main" id="{4EC4675B-5411-094D-A532-71264C1CF29E}"/>
              </a:ext>
            </a:extLst>
          </p:cNvPr>
          <p:cNvSpPr>
            <a:spLocks noGrp="1"/>
          </p:cNvSpPr>
          <p:nvPr>
            <p:ph type="body" sz="quarter" idx="23" hasCustomPrompt="1"/>
          </p:nvPr>
        </p:nvSpPr>
        <p:spPr>
          <a:xfrm>
            <a:off x="8126964"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6" name="Marcador de fecha 3">
            <a:extLst>
              <a:ext uri="{FF2B5EF4-FFF2-40B4-BE49-F238E27FC236}">
                <a16:creationId xmlns:a16="http://schemas.microsoft.com/office/drawing/2014/main" id="{F9AFFD61-43C9-9443-812E-C1408DFA4C8A}"/>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7" name="Marcador de pie de página 4">
            <a:extLst>
              <a:ext uri="{FF2B5EF4-FFF2-40B4-BE49-F238E27FC236}">
                <a16:creationId xmlns:a16="http://schemas.microsoft.com/office/drawing/2014/main" id="{DFAEEA35-88F3-414B-B6AA-880CD0CC66BA}"/>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25" name="Título 1">
            <a:extLst>
              <a:ext uri="{FF2B5EF4-FFF2-40B4-BE49-F238E27FC236}">
                <a16:creationId xmlns:a16="http://schemas.microsoft.com/office/drawing/2014/main" id="{80D0D404-913C-3F4B-8524-6910D73468C1}"/>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5" name="Imagen 14"/>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1503239696"/>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Diapositiva texto 17">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1" name="Marcador de texto 17">
            <a:extLst>
              <a:ext uri="{FF2B5EF4-FFF2-40B4-BE49-F238E27FC236}">
                <a16:creationId xmlns:a16="http://schemas.microsoft.com/office/drawing/2014/main" id="{92DB7BEB-AAF2-2D43-9F99-5221469F9E6C}"/>
              </a:ext>
            </a:extLst>
          </p:cNvPr>
          <p:cNvSpPr>
            <a:spLocks noGrp="1"/>
          </p:cNvSpPr>
          <p:nvPr>
            <p:ph type="body" sz="quarter" idx="11" hasCustomPrompt="1"/>
          </p:nvPr>
        </p:nvSpPr>
        <p:spPr>
          <a:xfrm>
            <a:off x="457198" y="4318837"/>
            <a:ext cx="11277602" cy="1522121"/>
          </a:xfrm>
          <a:prstGeom prst="rect">
            <a:avLst/>
          </a:prstGeom>
          <a:solidFill>
            <a:schemeClr val="tx2"/>
          </a:solidFill>
        </p:spPr>
        <p:txBody>
          <a:bodyPr lIns="108000" tIns="288000" rIns="108000" bIns="108000">
            <a:noAutofit/>
          </a:bodyPr>
          <a:lstStyle>
            <a:lvl1pPr marL="0" indent="0" algn="ctr">
              <a:lnSpc>
                <a:spcPct val="100000"/>
              </a:lnSpc>
              <a:spcBef>
                <a:spcPts val="0"/>
              </a:spcBef>
              <a:spcAft>
                <a:spcPts val="0"/>
              </a:spcAft>
              <a:buFontTx/>
              <a:buNone/>
              <a:defRPr sz="1800">
                <a:solidFill>
                  <a:schemeClr val="bg2"/>
                </a:solidFill>
              </a:defRPr>
            </a:lvl1pPr>
          </a:lstStyle>
          <a:p>
            <a:pPr lvl="0"/>
            <a:r>
              <a:rPr lang="es-ES" dirty="0"/>
              <a:t>Texto destacado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0" name="Marcador de texto 17">
            <a:extLst>
              <a:ext uri="{FF2B5EF4-FFF2-40B4-BE49-F238E27FC236}">
                <a16:creationId xmlns:a16="http://schemas.microsoft.com/office/drawing/2014/main" id="{70825632-C58B-FC45-BE47-34291A3F1AD9}"/>
              </a:ext>
            </a:extLst>
          </p:cNvPr>
          <p:cNvSpPr>
            <a:spLocks noGrp="1"/>
          </p:cNvSpPr>
          <p:nvPr>
            <p:ph type="body" sz="quarter" idx="19" hasCustomPrompt="1"/>
          </p:nvPr>
        </p:nvSpPr>
        <p:spPr>
          <a:xfrm>
            <a:off x="4297015"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1" name="Conector recto 20">
            <a:extLst>
              <a:ext uri="{FF2B5EF4-FFF2-40B4-BE49-F238E27FC236}">
                <a16:creationId xmlns:a16="http://schemas.microsoft.com/office/drawing/2014/main" id="{D7F03C65-9AD2-2F41-9A8B-01CD6D233731}"/>
              </a:ext>
            </a:extLst>
          </p:cNvPr>
          <p:cNvCxnSpPr>
            <a:cxnSpLocks/>
          </p:cNvCxnSpPr>
          <p:nvPr userDrawn="1"/>
        </p:nvCxnSpPr>
        <p:spPr>
          <a:xfrm>
            <a:off x="4297015"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3" name="Marcador de texto 17">
            <a:extLst>
              <a:ext uri="{FF2B5EF4-FFF2-40B4-BE49-F238E27FC236}">
                <a16:creationId xmlns:a16="http://schemas.microsoft.com/office/drawing/2014/main" id="{870936B8-E2BF-E240-9296-E02A6216086C}"/>
              </a:ext>
            </a:extLst>
          </p:cNvPr>
          <p:cNvSpPr>
            <a:spLocks noGrp="1"/>
          </p:cNvSpPr>
          <p:nvPr>
            <p:ph type="body" sz="quarter" idx="21" hasCustomPrompt="1"/>
          </p:nvPr>
        </p:nvSpPr>
        <p:spPr>
          <a:xfrm>
            <a:off x="8126964"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26964"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6" name="Marcador de texto 17">
            <a:extLst>
              <a:ext uri="{FF2B5EF4-FFF2-40B4-BE49-F238E27FC236}">
                <a16:creationId xmlns:a16="http://schemas.microsoft.com/office/drawing/2014/main" id="{17EC8137-0D17-E04F-80C6-83B9EE409E42}"/>
              </a:ext>
            </a:extLst>
          </p:cNvPr>
          <p:cNvSpPr>
            <a:spLocks noGrp="1"/>
          </p:cNvSpPr>
          <p:nvPr>
            <p:ph type="body" sz="quarter" idx="22" hasCustomPrompt="1"/>
          </p:nvPr>
        </p:nvSpPr>
        <p:spPr>
          <a:xfrm>
            <a:off x="4297015"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27" name="Marcador de texto 17">
            <a:extLst>
              <a:ext uri="{FF2B5EF4-FFF2-40B4-BE49-F238E27FC236}">
                <a16:creationId xmlns:a16="http://schemas.microsoft.com/office/drawing/2014/main" id="{4EC4675B-5411-094D-A532-71264C1CF29E}"/>
              </a:ext>
            </a:extLst>
          </p:cNvPr>
          <p:cNvSpPr>
            <a:spLocks noGrp="1"/>
          </p:cNvSpPr>
          <p:nvPr>
            <p:ph type="body" sz="quarter" idx="23" hasCustomPrompt="1"/>
          </p:nvPr>
        </p:nvSpPr>
        <p:spPr>
          <a:xfrm>
            <a:off x="8126964" y="2458952"/>
            <a:ext cx="3597965" cy="200055"/>
          </a:xfrm>
          <a:prstGeom prst="rect">
            <a:avLst/>
          </a:prstGeom>
          <a:noFill/>
          <a:ln>
            <a:noFill/>
          </a:ln>
        </p:spPr>
        <p:txBody>
          <a:bodyPr wrap="square" lIns="0" tIns="0" rIns="0" bIns="0" numCol="1">
            <a:spAutoFit/>
          </a:bodyPr>
          <a:lstStyle>
            <a:lvl1pPr marL="0" indent="0" algn="l">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6" name="Marcador de fecha 3">
            <a:extLst>
              <a:ext uri="{FF2B5EF4-FFF2-40B4-BE49-F238E27FC236}">
                <a16:creationId xmlns:a16="http://schemas.microsoft.com/office/drawing/2014/main" id="{F9AFFD61-43C9-9443-812E-C1408DFA4C8A}"/>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7" name="Marcador de pie de página 4">
            <a:extLst>
              <a:ext uri="{FF2B5EF4-FFF2-40B4-BE49-F238E27FC236}">
                <a16:creationId xmlns:a16="http://schemas.microsoft.com/office/drawing/2014/main" id="{DFAEEA35-88F3-414B-B6AA-880CD0CC66BA}"/>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25" name="Título 1">
            <a:extLst>
              <a:ext uri="{FF2B5EF4-FFF2-40B4-BE49-F238E27FC236}">
                <a16:creationId xmlns:a16="http://schemas.microsoft.com/office/drawing/2014/main" id="{80D0D404-913C-3F4B-8524-6910D73468C1}"/>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22" name="Imagen 2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852306572"/>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Diapositiva texto 18">
    <p:spTree>
      <p:nvGrpSpPr>
        <p:cNvPr id="1" name=""/>
        <p:cNvGrpSpPr/>
        <p:nvPr/>
      </p:nvGrpSpPr>
      <p:grpSpPr>
        <a:xfrm>
          <a:off x="0" y="0"/>
          <a:ext cx="0" cy="0"/>
          <a:chOff x="0" y="0"/>
          <a:chExt cx="0" cy="0"/>
        </a:xfrm>
      </p:grpSpPr>
      <p:sp>
        <p:nvSpPr>
          <p:cNvPr id="24" name="Rectángulo 23">
            <a:extLst>
              <a:ext uri="{FF2B5EF4-FFF2-40B4-BE49-F238E27FC236}">
                <a16:creationId xmlns:a16="http://schemas.microsoft.com/office/drawing/2014/main" id="{A4F0C281-4090-184D-82B8-C20A75B956E0}"/>
              </a:ext>
            </a:extLst>
          </p:cNvPr>
          <p:cNvSpPr/>
          <p:nvPr userDrawn="1"/>
        </p:nvSpPr>
        <p:spPr>
          <a:xfrm>
            <a:off x="0" y="0"/>
            <a:ext cx="12192000" cy="25841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1" name="Marcador de texto 20">
            <a:extLst>
              <a:ext uri="{FF2B5EF4-FFF2-40B4-BE49-F238E27FC236}">
                <a16:creationId xmlns:a16="http://schemas.microsoft.com/office/drawing/2014/main" id="{87BA17AA-8C00-7145-92FE-6D329633EC34}"/>
              </a:ext>
            </a:extLst>
          </p:cNvPr>
          <p:cNvSpPr>
            <a:spLocks noGrp="1"/>
          </p:cNvSpPr>
          <p:nvPr>
            <p:ph type="body" sz="quarter" idx="11" hasCustomPrompt="1"/>
          </p:nvPr>
        </p:nvSpPr>
        <p:spPr>
          <a:xfrm>
            <a:off x="457199" y="6099996"/>
            <a:ext cx="2997200" cy="123111"/>
          </a:xfrm>
          <a:prstGeom prst="rect">
            <a:avLst/>
          </a:prstGeom>
        </p:spPr>
        <p:txBody>
          <a:bodyPr lIns="0" tIns="0" rIns="0" bIns="0">
            <a:spAutoFit/>
          </a:bodyPr>
          <a:lstStyle>
            <a:lvl1pPr marL="0" indent="0">
              <a:lnSpc>
                <a:spcPct val="100000"/>
              </a:lnSpc>
              <a:spcBef>
                <a:spcPts val="0"/>
              </a:spcBef>
              <a:buFontTx/>
              <a:buNone/>
              <a:defRPr sz="800" b="0" i="1">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28" name="Marcador de fecha 3">
            <a:extLst>
              <a:ext uri="{FF2B5EF4-FFF2-40B4-BE49-F238E27FC236}">
                <a16:creationId xmlns:a16="http://schemas.microsoft.com/office/drawing/2014/main" id="{BD4EA232-9E7D-B843-A017-2FC3250BEBD5}"/>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29" name="Marcador de pie de página 4">
            <a:extLst>
              <a:ext uri="{FF2B5EF4-FFF2-40B4-BE49-F238E27FC236}">
                <a16:creationId xmlns:a16="http://schemas.microsoft.com/office/drawing/2014/main" id="{95FB20AF-0EF8-F14C-B394-A616BB04B5F4}"/>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12" name="Marcador de texto 17">
            <a:extLst>
              <a:ext uri="{FF2B5EF4-FFF2-40B4-BE49-F238E27FC236}">
                <a16:creationId xmlns:a16="http://schemas.microsoft.com/office/drawing/2014/main" id="{99570621-6DDB-DE48-8BDE-3B6D4C4CED37}"/>
              </a:ext>
            </a:extLst>
          </p:cNvPr>
          <p:cNvSpPr>
            <a:spLocks noGrp="1"/>
          </p:cNvSpPr>
          <p:nvPr>
            <p:ph type="body" sz="quarter" idx="29"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bg1"/>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3" name="Título 1">
            <a:extLst>
              <a:ext uri="{FF2B5EF4-FFF2-40B4-BE49-F238E27FC236}">
                <a16:creationId xmlns:a16="http://schemas.microsoft.com/office/drawing/2014/main" id="{77426D86-1AE9-8D4F-B087-98657905DBC3}"/>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bg1"/>
                </a:solidFill>
                <a:latin typeface="+mn-lt"/>
              </a:defRPr>
            </a:lvl1pPr>
          </a:lstStyle>
          <a:p>
            <a:r>
              <a:rPr lang="es-ES" dirty="0"/>
              <a:t>Título diapositiva</a:t>
            </a:r>
          </a:p>
        </p:txBody>
      </p:sp>
      <p:sp>
        <p:nvSpPr>
          <p:cNvPr id="15" name="Marcador de texto 17">
            <a:extLst>
              <a:ext uri="{FF2B5EF4-FFF2-40B4-BE49-F238E27FC236}">
                <a16:creationId xmlns:a16="http://schemas.microsoft.com/office/drawing/2014/main" id="{48AC5C2D-2ABE-444E-8E17-5360171F0209}"/>
              </a:ext>
            </a:extLst>
          </p:cNvPr>
          <p:cNvSpPr>
            <a:spLocks noGrp="1"/>
          </p:cNvSpPr>
          <p:nvPr>
            <p:ph type="body" sz="quarter" idx="30" hasCustomPrompt="1"/>
          </p:nvPr>
        </p:nvSpPr>
        <p:spPr>
          <a:xfrm>
            <a:off x="457200" y="1925883"/>
            <a:ext cx="5422739" cy="276999"/>
          </a:xfrm>
          <a:prstGeom prst="rect">
            <a:avLst/>
          </a:prstGeom>
        </p:spPr>
        <p:txBody>
          <a:bodyPr wrap="square" lIns="0" tIns="0" rIns="0" bIns="0">
            <a:spAutoFit/>
          </a:bodyPr>
          <a:lstStyle>
            <a:lvl1pPr marL="0" indent="0">
              <a:lnSpc>
                <a:spcPct val="100000"/>
              </a:lnSpc>
              <a:spcBef>
                <a:spcPts val="0"/>
              </a:spcBef>
              <a:spcAft>
                <a:spcPts val="0"/>
              </a:spcAft>
              <a:buFontTx/>
              <a:buNone/>
              <a:defRPr sz="1800">
                <a:solidFill>
                  <a:schemeClr val="bg2"/>
                </a:solidFill>
              </a:defRPr>
            </a:lvl1pPr>
          </a:lstStyle>
          <a:p>
            <a:pPr lvl="0"/>
            <a:r>
              <a:rPr lang="es-ES" dirty="0"/>
              <a:t>Texto</a:t>
            </a:r>
          </a:p>
        </p:txBody>
      </p:sp>
      <p:sp>
        <p:nvSpPr>
          <p:cNvPr id="16" name="Marcador de texto 17">
            <a:extLst>
              <a:ext uri="{FF2B5EF4-FFF2-40B4-BE49-F238E27FC236}">
                <a16:creationId xmlns:a16="http://schemas.microsoft.com/office/drawing/2014/main" id="{0882E591-8E7C-DA41-A9CD-683FC7F13F4D}"/>
              </a:ext>
            </a:extLst>
          </p:cNvPr>
          <p:cNvSpPr>
            <a:spLocks noGrp="1"/>
          </p:cNvSpPr>
          <p:nvPr>
            <p:ph type="body" sz="quarter" idx="24" hasCustomPrompt="1"/>
          </p:nvPr>
        </p:nvSpPr>
        <p:spPr>
          <a:xfrm>
            <a:off x="457201" y="2944799"/>
            <a:ext cx="5422739" cy="200055"/>
          </a:xfrm>
          <a:prstGeom prst="rect">
            <a:avLst/>
          </a:prstGeom>
        </p:spPr>
        <p:txBody>
          <a:bodyPr wrap="square" lIns="0" tIns="0" rIns="0" bIns="0">
            <a:spAutoFit/>
          </a:bodyPr>
          <a:lstStyle>
            <a:lvl1pPr marL="0" indent="0">
              <a:lnSpc>
                <a:spcPct val="100000"/>
              </a:lnSpc>
              <a:spcBef>
                <a:spcPts val="0"/>
              </a:spcBef>
              <a:spcAft>
                <a:spcPts val="0"/>
              </a:spcAft>
              <a:buFontTx/>
              <a:buNone/>
              <a:defRPr sz="1300">
                <a:solidFill>
                  <a:schemeClr val="tx2"/>
                </a:solidFill>
              </a:defRPr>
            </a:lvl1pPr>
          </a:lstStyle>
          <a:p>
            <a:pPr lvl="0"/>
            <a:r>
              <a:rPr lang="es-ES" dirty="0"/>
              <a:t>Subtítulo</a:t>
            </a:r>
          </a:p>
        </p:txBody>
      </p:sp>
      <p:sp>
        <p:nvSpPr>
          <p:cNvPr id="17" name="Marcador de texto 17">
            <a:extLst>
              <a:ext uri="{FF2B5EF4-FFF2-40B4-BE49-F238E27FC236}">
                <a16:creationId xmlns:a16="http://schemas.microsoft.com/office/drawing/2014/main" id="{2110FF79-2FA9-AA4C-BDD1-EC7FA598A414}"/>
              </a:ext>
            </a:extLst>
          </p:cNvPr>
          <p:cNvSpPr>
            <a:spLocks noGrp="1"/>
          </p:cNvSpPr>
          <p:nvPr>
            <p:ph type="body" sz="quarter" idx="27" hasCustomPrompt="1"/>
          </p:nvPr>
        </p:nvSpPr>
        <p:spPr>
          <a:xfrm>
            <a:off x="457200" y="31503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pic>
        <p:nvPicPr>
          <p:cNvPr id="14" name="Marcador de contenido 9"/>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05829" y="207166"/>
            <a:ext cx="1078994" cy="547096"/>
          </a:xfrm>
          <a:prstGeom prst="rect">
            <a:avLst/>
          </a:prstGeom>
          <a:ln>
            <a:noFill/>
          </a:ln>
        </p:spPr>
      </p:pic>
    </p:spTree>
    <p:extLst>
      <p:ext uri="{BB962C8B-B14F-4D97-AF65-F5344CB8AC3E}">
        <p14:creationId xmlns:p14="http://schemas.microsoft.com/office/powerpoint/2010/main" val="63131773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Diapositiva texto 19">
    <p:spTree>
      <p:nvGrpSpPr>
        <p:cNvPr id="1" name=""/>
        <p:cNvGrpSpPr/>
        <p:nvPr/>
      </p:nvGrpSpPr>
      <p:grpSpPr>
        <a:xfrm>
          <a:off x="0" y="0"/>
          <a:ext cx="0" cy="0"/>
          <a:chOff x="0" y="0"/>
          <a:chExt cx="0" cy="0"/>
        </a:xfrm>
      </p:grpSpPr>
      <p:pic>
        <p:nvPicPr>
          <p:cNvPr id="19" name="Imagen 1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80912" y="115213"/>
            <a:ext cx="1121538" cy="660897"/>
          </a:xfrm>
          <a:prstGeom prst="rect">
            <a:avLst/>
          </a:prstGeom>
          <a:solidFill>
            <a:schemeClr val="accent5"/>
          </a:solidFill>
        </p:spPr>
      </p:pic>
      <p:sp>
        <p:nvSpPr>
          <p:cNvPr id="24" name="Rectángulo 23">
            <a:extLst>
              <a:ext uri="{FF2B5EF4-FFF2-40B4-BE49-F238E27FC236}">
                <a16:creationId xmlns:a16="http://schemas.microsoft.com/office/drawing/2014/main" id="{A4F0C281-4090-184D-82B8-C20A75B956E0}"/>
              </a:ext>
            </a:extLst>
          </p:cNvPr>
          <p:cNvSpPr/>
          <p:nvPr userDrawn="1"/>
        </p:nvSpPr>
        <p:spPr>
          <a:xfrm>
            <a:off x="0" y="0"/>
            <a:ext cx="12192000" cy="258417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21" name="Marcador de texto 20">
            <a:extLst>
              <a:ext uri="{FF2B5EF4-FFF2-40B4-BE49-F238E27FC236}">
                <a16:creationId xmlns:a16="http://schemas.microsoft.com/office/drawing/2014/main" id="{87BA17AA-8C00-7145-92FE-6D329633EC34}"/>
              </a:ext>
            </a:extLst>
          </p:cNvPr>
          <p:cNvSpPr>
            <a:spLocks noGrp="1"/>
          </p:cNvSpPr>
          <p:nvPr>
            <p:ph type="body" sz="quarter" idx="11" hasCustomPrompt="1"/>
          </p:nvPr>
        </p:nvSpPr>
        <p:spPr>
          <a:xfrm>
            <a:off x="457199" y="6099996"/>
            <a:ext cx="2997200" cy="123111"/>
          </a:xfrm>
          <a:prstGeom prst="rect">
            <a:avLst/>
          </a:prstGeom>
        </p:spPr>
        <p:txBody>
          <a:bodyPr lIns="0" tIns="0" rIns="0" bIns="0">
            <a:spAutoFit/>
          </a:bodyPr>
          <a:lstStyle>
            <a:lvl1pPr marL="0" indent="0">
              <a:lnSpc>
                <a:spcPct val="100000"/>
              </a:lnSpc>
              <a:spcBef>
                <a:spcPts val="0"/>
              </a:spcBef>
              <a:buFontTx/>
              <a:buNone/>
              <a:defRPr sz="800" b="0" i="1">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28" name="Marcador de fecha 3">
            <a:extLst>
              <a:ext uri="{FF2B5EF4-FFF2-40B4-BE49-F238E27FC236}">
                <a16:creationId xmlns:a16="http://schemas.microsoft.com/office/drawing/2014/main" id="{BD4EA232-9E7D-B843-A017-2FC3250BEBD5}"/>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29" name="Marcador de pie de página 4">
            <a:extLst>
              <a:ext uri="{FF2B5EF4-FFF2-40B4-BE49-F238E27FC236}">
                <a16:creationId xmlns:a16="http://schemas.microsoft.com/office/drawing/2014/main" id="{95FB20AF-0EF8-F14C-B394-A616BB04B5F4}"/>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12" name="Marcador de texto 17">
            <a:extLst>
              <a:ext uri="{FF2B5EF4-FFF2-40B4-BE49-F238E27FC236}">
                <a16:creationId xmlns:a16="http://schemas.microsoft.com/office/drawing/2014/main" id="{99570621-6DDB-DE48-8BDE-3B6D4C4CED37}"/>
              </a:ext>
            </a:extLst>
          </p:cNvPr>
          <p:cNvSpPr>
            <a:spLocks noGrp="1"/>
          </p:cNvSpPr>
          <p:nvPr>
            <p:ph type="body" sz="quarter" idx="29"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bg1"/>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3" name="Título 1">
            <a:extLst>
              <a:ext uri="{FF2B5EF4-FFF2-40B4-BE49-F238E27FC236}">
                <a16:creationId xmlns:a16="http://schemas.microsoft.com/office/drawing/2014/main" id="{77426D86-1AE9-8D4F-B087-98657905DBC3}"/>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bg1"/>
                </a:solidFill>
                <a:latin typeface="+mn-lt"/>
              </a:defRPr>
            </a:lvl1pPr>
          </a:lstStyle>
          <a:p>
            <a:r>
              <a:rPr lang="es-ES" dirty="0"/>
              <a:t>Título diapositiva</a:t>
            </a:r>
          </a:p>
        </p:txBody>
      </p:sp>
      <p:sp>
        <p:nvSpPr>
          <p:cNvPr id="15" name="Marcador de texto 17">
            <a:extLst>
              <a:ext uri="{FF2B5EF4-FFF2-40B4-BE49-F238E27FC236}">
                <a16:creationId xmlns:a16="http://schemas.microsoft.com/office/drawing/2014/main" id="{48AC5C2D-2ABE-444E-8E17-5360171F0209}"/>
              </a:ext>
            </a:extLst>
          </p:cNvPr>
          <p:cNvSpPr>
            <a:spLocks noGrp="1"/>
          </p:cNvSpPr>
          <p:nvPr>
            <p:ph type="body" sz="quarter" idx="30" hasCustomPrompt="1"/>
          </p:nvPr>
        </p:nvSpPr>
        <p:spPr>
          <a:xfrm>
            <a:off x="457200" y="1925883"/>
            <a:ext cx="5422739" cy="276999"/>
          </a:xfrm>
          <a:prstGeom prst="rect">
            <a:avLst/>
          </a:prstGeom>
        </p:spPr>
        <p:txBody>
          <a:bodyPr wrap="square" lIns="0" tIns="0" rIns="0" bIns="0">
            <a:spAutoFit/>
          </a:bodyPr>
          <a:lstStyle>
            <a:lvl1pPr marL="0" indent="0">
              <a:lnSpc>
                <a:spcPct val="100000"/>
              </a:lnSpc>
              <a:spcBef>
                <a:spcPts val="0"/>
              </a:spcBef>
              <a:spcAft>
                <a:spcPts val="0"/>
              </a:spcAft>
              <a:buFontTx/>
              <a:buNone/>
              <a:defRPr sz="1800">
                <a:solidFill>
                  <a:schemeClr val="bg2"/>
                </a:solidFill>
              </a:defRPr>
            </a:lvl1pPr>
          </a:lstStyle>
          <a:p>
            <a:pPr lvl="0"/>
            <a:r>
              <a:rPr lang="es-ES" dirty="0"/>
              <a:t>Texto</a:t>
            </a:r>
          </a:p>
        </p:txBody>
      </p:sp>
      <p:sp>
        <p:nvSpPr>
          <p:cNvPr id="16" name="Marcador de texto 17">
            <a:extLst>
              <a:ext uri="{FF2B5EF4-FFF2-40B4-BE49-F238E27FC236}">
                <a16:creationId xmlns:a16="http://schemas.microsoft.com/office/drawing/2014/main" id="{0882E591-8E7C-DA41-A9CD-683FC7F13F4D}"/>
              </a:ext>
            </a:extLst>
          </p:cNvPr>
          <p:cNvSpPr>
            <a:spLocks noGrp="1"/>
          </p:cNvSpPr>
          <p:nvPr>
            <p:ph type="body" sz="quarter" idx="24" hasCustomPrompt="1"/>
          </p:nvPr>
        </p:nvSpPr>
        <p:spPr>
          <a:xfrm>
            <a:off x="457201" y="2944799"/>
            <a:ext cx="5422739" cy="200055"/>
          </a:xfrm>
          <a:prstGeom prst="rect">
            <a:avLst/>
          </a:prstGeom>
        </p:spPr>
        <p:txBody>
          <a:bodyPr wrap="square" lIns="0" tIns="0" rIns="0" bIns="0">
            <a:spAutoFit/>
          </a:bodyPr>
          <a:lstStyle>
            <a:lvl1pPr marL="0" indent="0">
              <a:lnSpc>
                <a:spcPct val="100000"/>
              </a:lnSpc>
              <a:spcBef>
                <a:spcPts val="0"/>
              </a:spcBef>
              <a:spcAft>
                <a:spcPts val="0"/>
              </a:spcAft>
              <a:buFontTx/>
              <a:buNone/>
              <a:defRPr sz="1300">
                <a:solidFill>
                  <a:schemeClr val="tx2"/>
                </a:solidFill>
              </a:defRPr>
            </a:lvl1pPr>
          </a:lstStyle>
          <a:p>
            <a:pPr lvl="0"/>
            <a:r>
              <a:rPr lang="es-ES" dirty="0"/>
              <a:t>Subtítulo</a:t>
            </a:r>
          </a:p>
        </p:txBody>
      </p:sp>
      <p:sp>
        <p:nvSpPr>
          <p:cNvPr id="17" name="Marcador de texto 17">
            <a:extLst>
              <a:ext uri="{FF2B5EF4-FFF2-40B4-BE49-F238E27FC236}">
                <a16:creationId xmlns:a16="http://schemas.microsoft.com/office/drawing/2014/main" id="{2110FF79-2FA9-AA4C-BDD1-EC7FA598A414}"/>
              </a:ext>
            </a:extLst>
          </p:cNvPr>
          <p:cNvSpPr>
            <a:spLocks noGrp="1"/>
          </p:cNvSpPr>
          <p:nvPr>
            <p:ph type="body" sz="quarter" idx="27" hasCustomPrompt="1"/>
          </p:nvPr>
        </p:nvSpPr>
        <p:spPr>
          <a:xfrm>
            <a:off x="457200" y="31503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pic>
        <p:nvPicPr>
          <p:cNvPr id="14" name="Imagen 13" descr="Logotipo&#10;&#10;Descripción generada automáticamente con confianza media">
            <a:extLst>
              <a:ext uri="{FF2B5EF4-FFF2-40B4-BE49-F238E27FC236}">
                <a16:creationId xmlns:a16="http://schemas.microsoft.com/office/drawing/2014/main" id="{8F11A31D-BD8F-EB4D-9B99-15715E84F440}"/>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72181" y="236654"/>
            <a:ext cx="939001" cy="460964"/>
          </a:xfrm>
          <a:prstGeom prst="rect">
            <a:avLst/>
          </a:prstGeom>
        </p:spPr>
      </p:pic>
      <p:pic>
        <p:nvPicPr>
          <p:cNvPr id="18" name="Imagen 17"/>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22920" y="164764"/>
            <a:ext cx="1121538" cy="660897"/>
          </a:xfrm>
          <a:prstGeom prst="rect">
            <a:avLst/>
          </a:prstGeom>
          <a:solidFill>
            <a:schemeClr val="accent5"/>
          </a:solidFill>
        </p:spPr>
      </p:pic>
    </p:spTree>
    <p:extLst>
      <p:ext uri="{BB962C8B-B14F-4D97-AF65-F5344CB8AC3E}">
        <p14:creationId xmlns:p14="http://schemas.microsoft.com/office/powerpoint/2010/main" val="94953153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Diapositiva texto 20">
    <p:spTree>
      <p:nvGrpSpPr>
        <p:cNvPr id="1" name=""/>
        <p:cNvGrpSpPr/>
        <p:nvPr/>
      </p:nvGrpSpPr>
      <p:grpSpPr>
        <a:xfrm>
          <a:off x="0" y="0"/>
          <a:ext cx="0" cy="0"/>
          <a:chOff x="0" y="0"/>
          <a:chExt cx="0" cy="0"/>
        </a:xfrm>
      </p:grpSpPr>
      <p:sp>
        <p:nvSpPr>
          <p:cNvPr id="16" name="Marcador de fecha 3">
            <a:extLst>
              <a:ext uri="{FF2B5EF4-FFF2-40B4-BE49-F238E27FC236}">
                <a16:creationId xmlns:a16="http://schemas.microsoft.com/office/drawing/2014/main" id="{F9AFFD61-43C9-9443-812E-C1408DFA4C8A}"/>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7" name="Marcador de pie de página 4">
            <a:extLst>
              <a:ext uri="{FF2B5EF4-FFF2-40B4-BE49-F238E27FC236}">
                <a16:creationId xmlns:a16="http://schemas.microsoft.com/office/drawing/2014/main" id="{DFAEEA35-88F3-414B-B6AA-880CD0CC66BA}"/>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25" name="Título 1">
            <a:extLst>
              <a:ext uri="{FF2B5EF4-FFF2-40B4-BE49-F238E27FC236}">
                <a16:creationId xmlns:a16="http://schemas.microsoft.com/office/drawing/2014/main" id="{80D0D404-913C-3F4B-8524-6910D73468C1}"/>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22" name="Marcador de texto 17">
            <a:extLst>
              <a:ext uri="{FF2B5EF4-FFF2-40B4-BE49-F238E27FC236}">
                <a16:creationId xmlns:a16="http://schemas.microsoft.com/office/drawing/2014/main" id="{B33A1125-7ED1-844F-8A1D-5091D5826B13}"/>
              </a:ext>
            </a:extLst>
          </p:cNvPr>
          <p:cNvSpPr>
            <a:spLocks noGrp="1"/>
          </p:cNvSpPr>
          <p:nvPr>
            <p:ph type="body" sz="quarter" idx="10" hasCustomPrompt="1"/>
          </p:nvPr>
        </p:nvSpPr>
        <p:spPr>
          <a:xfrm>
            <a:off x="457200" y="1667644"/>
            <a:ext cx="11277600" cy="539942"/>
          </a:xfrm>
          <a:prstGeom prst="rect">
            <a:avLst/>
          </a:prstGeom>
          <a:solidFill>
            <a:schemeClr val="accent1"/>
          </a:solidFill>
          <a:ln>
            <a:noFill/>
          </a:ln>
        </p:spPr>
        <p:txBody>
          <a:bodyPr wrap="square" lIns="0" tIns="36000" rIns="0" bIns="72000">
            <a:spAutoFit/>
          </a:bodyPr>
          <a:lstStyle>
            <a:lvl1pPr marL="0" indent="0" algn="ctr">
              <a:lnSpc>
                <a:spcPct val="100000"/>
              </a:lnSpc>
              <a:spcBef>
                <a:spcPts val="0"/>
              </a:spcBef>
              <a:spcAft>
                <a:spcPts val="0"/>
              </a:spcAft>
              <a:buFontTx/>
              <a:buNone/>
              <a:defRPr sz="2800" b="1" i="0">
                <a:solidFill>
                  <a:schemeClr val="bg1"/>
                </a:solidFill>
                <a:latin typeface="Calibri" panose="020F0502020204030204" pitchFamily="34" charset="0"/>
                <a:cs typeface="Calibri" panose="020F0502020204030204" pitchFamily="34" charset="0"/>
              </a:defRPr>
            </a:lvl1pPr>
          </a:lstStyle>
          <a:p>
            <a:pPr lvl="0"/>
            <a:r>
              <a:rPr lang="es-ES" dirty="0"/>
              <a:t>Texto</a:t>
            </a:r>
          </a:p>
        </p:txBody>
      </p:sp>
      <p:pic>
        <p:nvPicPr>
          <p:cNvPr id="7" name="Imagen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2405036083"/>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Diapositiva texto 21">
    <p:spTree>
      <p:nvGrpSpPr>
        <p:cNvPr id="1" name=""/>
        <p:cNvGrpSpPr/>
        <p:nvPr/>
      </p:nvGrpSpPr>
      <p:grpSpPr>
        <a:xfrm>
          <a:off x="0" y="0"/>
          <a:ext cx="0" cy="0"/>
          <a:chOff x="0" y="0"/>
          <a:chExt cx="0" cy="0"/>
        </a:xfrm>
      </p:grpSpPr>
      <p:sp>
        <p:nvSpPr>
          <p:cNvPr id="16" name="Marcador de fecha 3">
            <a:extLst>
              <a:ext uri="{FF2B5EF4-FFF2-40B4-BE49-F238E27FC236}">
                <a16:creationId xmlns:a16="http://schemas.microsoft.com/office/drawing/2014/main" id="{F9AFFD61-43C9-9443-812E-C1408DFA4C8A}"/>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7" name="Marcador de pie de página 4">
            <a:extLst>
              <a:ext uri="{FF2B5EF4-FFF2-40B4-BE49-F238E27FC236}">
                <a16:creationId xmlns:a16="http://schemas.microsoft.com/office/drawing/2014/main" id="{DFAEEA35-88F3-414B-B6AA-880CD0CC66BA}"/>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25" name="Título 1">
            <a:extLst>
              <a:ext uri="{FF2B5EF4-FFF2-40B4-BE49-F238E27FC236}">
                <a16:creationId xmlns:a16="http://schemas.microsoft.com/office/drawing/2014/main" id="{80D0D404-913C-3F4B-8524-6910D73468C1}"/>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22" name="Marcador de texto 17">
            <a:extLst>
              <a:ext uri="{FF2B5EF4-FFF2-40B4-BE49-F238E27FC236}">
                <a16:creationId xmlns:a16="http://schemas.microsoft.com/office/drawing/2014/main" id="{B33A1125-7ED1-844F-8A1D-5091D5826B13}"/>
              </a:ext>
            </a:extLst>
          </p:cNvPr>
          <p:cNvSpPr>
            <a:spLocks noGrp="1"/>
          </p:cNvSpPr>
          <p:nvPr>
            <p:ph type="body" sz="quarter" idx="10" hasCustomPrompt="1"/>
          </p:nvPr>
        </p:nvSpPr>
        <p:spPr>
          <a:xfrm>
            <a:off x="457200" y="1667644"/>
            <a:ext cx="11277600" cy="539942"/>
          </a:xfrm>
          <a:prstGeom prst="rect">
            <a:avLst/>
          </a:prstGeom>
          <a:solidFill>
            <a:schemeClr val="tx2"/>
          </a:solidFill>
          <a:ln>
            <a:noFill/>
          </a:ln>
        </p:spPr>
        <p:txBody>
          <a:bodyPr wrap="square" lIns="0" tIns="36000" rIns="0" bIns="72000">
            <a:spAutoFit/>
          </a:bodyPr>
          <a:lstStyle>
            <a:lvl1pPr marL="0" indent="0" algn="ctr">
              <a:lnSpc>
                <a:spcPct val="100000"/>
              </a:lnSpc>
              <a:spcBef>
                <a:spcPts val="0"/>
              </a:spcBef>
              <a:spcAft>
                <a:spcPts val="0"/>
              </a:spcAft>
              <a:buFontTx/>
              <a:buNone/>
              <a:defRPr sz="2800" b="1" i="0">
                <a:solidFill>
                  <a:schemeClr val="bg1"/>
                </a:solidFill>
                <a:latin typeface="Calibri" panose="020F0502020204030204" pitchFamily="34" charset="0"/>
                <a:cs typeface="Calibri" panose="020F0502020204030204" pitchFamily="34" charset="0"/>
              </a:defRPr>
            </a:lvl1pPr>
          </a:lstStyle>
          <a:p>
            <a:pPr lvl="0"/>
            <a:r>
              <a:rPr lang="es-ES" dirty="0"/>
              <a:t>Texto</a:t>
            </a:r>
          </a:p>
        </p:txBody>
      </p:sp>
      <p:pic>
        <p:nvPicPr>
          <p:cNvPr id="7" name="Imagen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173004764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Diapositiva texto + imagen 1">
    <p:spTree>
      <p:nvGrpSpPr>
        <p:cNvPr id="1" name=""/>
        <p:cNvGrpSpPr/>
        <p:nvPr/>
      </p:nvGrpSpPr>
      <p:grpSpPr>
        <a:xfrm>
          <a:off x="0" y="0"/>
          <a:ext cx="0" cy="0"/>
          <a:chOff x="0" y="0"/>
          <a:chExt cx="0" cy="0"/>
        </a:xfrm>
      </p:grpSpPr>
      <p:sp>
        <p:nvSpPr>
          <p:cNvPr id="24" name="Rectángulo 23">
            <a:extLst>
              <a:ext uri="{FF2B5EF4-FFF2-40B4-BE49-F238E27FC236}">
                <a16:creationId xmlns:a16="http://schemas.microsoft.com/office/drawing/2014/main" id="{A4F0C281-4090-184D-82B8-C20A75B956E0}"/>
              </a:ext>
            </a:extLst>
          </p:cNvPr>
          <p:cNvSpPr/>
          <p:nvPr userDrawn="1"/>
        </p:nvSpPr>
        <p:spPr>
          <a:xfrm>
            <a:off x="0" y="0"/>
            <a:ext cx="6096000" cy="258417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9" name="Título 1">
            <a:extLst>
              <a:ext uri="{FF2B5EF4-FFF2-40B4-BE49-F238E27FC236}">
                <a16:creationId xmlns:a16="http://schemas.microsoft.com/office/drawing/2014/main" id="{8981F5A9-D9F7-4E43-BD5D-7262F346B24F}"/>
              </a:ext>
            </a:extLst>
          </p:cNvPr>
          <p:cNvSpPr>
            <a:spLocks noGrp="1"/>
          </p:cNvSpPr>
          <p:nvPr>
            <p:ph type="ctrTitle" hasCustomPrompt="1"/>
          </p:nvPr>
        </p:nvSpPr>
        <p:spPr>
          <a:xfrm>
            <a:off x="457200" y="934272"/>
            <a:ext cx="5422739" cy="702180"/>
          </a:xfrm>
          <a:prstGeom prst="rect">
            <a:avLst/>
          </a:prstGeom>
        </p:spPr>
        <p:txBody>
          <a:bodyPr wrap="square" lIns="0" tIns="0" rIns="0" bIns="0" anchor="t" anchorCtr="0">
            <a:spAutoFit/>
          </a:bodyPr>
          <a:lstStyle>
            <a:lvl1pPr algn="l">
              <a:lnSpc>
                <a:spcPts val="5400"/>
              </a:lnSpc>
              <a:defRPr sz="5400" spc="0">
                <a:solidFill>
                  <a:schemeClr val="bg1"/>
                </a:solidFill>
                <a:latin typeface="+mn-lt"/>
              </a:defRPr>
            </a:lvl1pPr>
          </a:lstStyle>
          <a:p>
            <a:r>
              <a:rPr lang="es-ES" dirty="0"/>
              <a:t>Título diapositiva</a:t>
            </a:r>
          </a:p>
        </p:txBody>
      </p:sp>
      <p:pic>
        <p:nvPicPr>
          <p:cNvPr id="10" name="Imagen 9" descr="Logotipo&#10;&#10;Descripción generada automáticamente con confianza media">
            <a:extLst>
              <a:ext uri="{FF2B5EF4-FFF2-40B4-BE49-F238E27FC236}">
                <a16:creationId xmlns:a16="http://schemas.microsoft.com/office/drawing/2014/main" id="{4DA9A7E7-64B1-8545-B861-9BE7E4C1E09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72181" y="236654"/>
            <a:ext cx="939001" cy="460964"/>
          </a:xfrm>
          <a:prstGeom prst="rect">
            <a:avLst/>
          </a:prstGeom>
        </p:spPr>
      </p:pic>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199" y="2930456"/>
            <a:ext cx="3389313" cy="805349"/>
          </a:xfrm>
          <a:prstGeom prst="rect">
            <a:avLst/>
          </a:prstGeom>
        </p:spPr>
        <p:txBody>
          <a:bodyPr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21" name="Marcador de texto 20">
            <a:extLst>
              <a:ext uri="{FF2B5EF4-FFF2-40B4-BE49-F238E27FC236}">
                <a16:creationId xmlns:a16="http://schemas.microsoft.com/office/drawing/2014/main" id="{87BA17AA-8C00-7145-92FE-6D329633EC34}"/>
              </a:ext>
            </a:extLst>
          </p:cNvPr>
          <p:cNvSpPr>
            <a:spLocks noGrp="1"/>
          </p:cNvSpPr>
          <p:nvPr>
            <p:ph type="body" sz="quarter" idx="11" hasCustomPrompt="1"/>
          </p:nvPr>
        </p:nvSpPr>
        <p:spPr>
          <a:xfrm>
            <a:off x="457199" y="6099996"/>
            <a:ext cx="2997200" cy="110800"/>
          </a:xfrm>
          <a:prstGeom prst="rect">
            <a:avLst/>
          </a:prstGeom>
        </p:spPr>
        <p:txBody>
          <a:bodyPr lIns="0" tIns="0" rIns="0" bIns="0">
            <a:spAutoFit/>
          </a:bodyPr>
          <a:lstStyle>
            <a:lvl1pPr marL="0" indent="0">
              <a:buFontTx/>
              <a:buNone/>
              <a:defRPr sz="800" b="0" i="1">
                <a:solidFill>
                  <a:schemeClr val="accent1"/>
                </a:solidFill>
                <a:latin typeface="Calibri" panose="020F0502020204030204" pitchFamily="34" charset="0"/>
                <a:cs typeface="Calibri" panose="020F0502020204030204" pitchFamily="34" charset="0"/>
              </a:defRPr>
            </a:lvl1pPr>
          </a:lstStyle>
          <a:p>
            <a:pPr lvl="0"/>
            <a:r>
              <a:rPr lang="es-ES" dirty="0"/>
              <a:t>Texto legal</a:t>
            </a:r>
          </a:p>
        </p:txBody>
      </p:sp>
      <p:sp>
        <p:nvSpPr>
          <p:cNvPr id="22" name="Marcador de texto 20">
            <a:extLst>
              <a:ext uri="{FF2B5EF4-FFF2-40B4-BE49-F238E27FC236}">
                <a16:creationId xmlns:a16="http://schemas.microsoft.com/office/drawing/2014/main" id="{9D2FA0C2-A2BC-2740-B929-0A1AB2A391CE}"/>
              </a:ext>
            </a:extLst>
          </p:cNvPr>
          <p:cNvSpPr>
            <a:spLocks noGrp="1"/>
          </p:cNvSpPr>
          <p:nvPr>
            <p:ph type="body" sz="quarter" idx="12" hasCustomPrompt="1"/>
          </p:nvPr>
        </p:nvSpPr>
        <p:spPr>
          <a:xfrm>
            <a:off x="9790042" y="5935541"/>
            <a:ext cx="2401957" cy="328909"/>
          </a:xfrm>
          <a:prstGeom prst="rect">
            <a:avLst/>
          </a:prstGeom>
          <a:solidFill>
            <a:schemeClr val="tx2"/>
          </a:solidFill>
        </p:spPr>
        <p:txBody>
          <a:bodyPr wrap="square" lIns="108000" tIns="108000" rIns="108000" bIns="108000">
            <a:spAutoFit/>
          </a:bodyPr>
          <a:lstStyle>
            <a:lvl1pPr marL="0" indent="0">
              <a:buFontTx/>
              <a:buNone/>
              <a:defRPr sz="800" b="0" i="0">
                <a:solidFill>
                  <a:schemeClr val="bg2"/>
                </a:solidFill>
                <a:latin typeface="Calibri" panose="020F0502020204030204" pitchFamily="34" charset="0"/>
                <a:cs typeface="Calibri" panose="020F0502020204030204" pitchFamily="34" charset="0"/>
              </a:defRPr>
            </a:lvl1pPr>
          </a:lstStyle>
          <a:p>
            <a:pPr lvl="0"/>
            <a:r>
              <a:rPr lang="es-ES" dirty="0"/>
              <a:t>Pie de foto</a:t>
            </a:r>
          </a:p>
        </p:txBody>
      </p:sp>
      <p:sp>
        <p:nvSpPr>
          <p:cNvPr id="23" name="Marcador de posición de imagen 9">
            <a:extLst>
              <a:ext uri="{FF2B5EF4-FFF2-40B4-BE49-F238E27FC236}">
                <a16:creationId xmlns:a16="http://schemas.microsoft.com/office/drawing/2014/main" id="{A3B7B41B-F4BA-0344-8284-BEA195DB2392}"/>
              </a:ext>
            </a:extLst>
          </p:cNvPr>
          <p:cNvSpPr>
            <a:spLocks noGrp="1"/>
          </p:cNvSpPr>
          <p:nvPr>
            <p:ph type="pic" sz="quarter" idx="13" hasCustomPrompt="1"/>
          </p:nvPr>
        </p:nvSpPr>
        <p:spPr>
          <a:xfrm>
            <a:off x="6023113" y="0"/>
            <a:ext cx="6168887" cy="6858000"/>
          </a:xfrm>
          <a:prstGeom prst="rect">
            <a:avLst/>
          </a:prstGeom>
          <a:solidFill>
            <a:schemeClr val="tx2">
              <a:lumMod val="20000"/>
              <a:lumOff val="80000"/>
            </a:schemeClr>
          </a:solidFill>
        </p:spPr>
        <p:txBody>
          <a:bodyPr lIns="0" tIns="2448000" rIns="0" bIns="0" anchor="t" anchorCtr="0"/>
          <a:lstStyle>
            <a:lvl1pPr marL="0" indent="0" algn="ctr">
              <a:buFontTx/>
              <a:buNone/>
              <a:defRPr sz="1100"/>
            </a:lvl1pPr>
          </a:lstStyle>
          <a:p>
            <a:r>
              <a:rPr lang="es-ES" dirty="0"/>
              <a:t>INSERTAR IMAGEN</a:t>
            </a:r>
          </a:p>
        </p:txBody>
      </p:sp>
      <p:sp>
        <p:nvSpPr>
          <p:cNvPr id="11" name="Marcador de fecha 3">
            <a:extLst>
              <a:ext uri="{FF2B5EF4-FFF2-40B4-BE49-F238E27FC236}">
                <a16:creationId xmlns:a16="http://schemas.microsoft.com/office/drawing/2014/main" id="{A8D0269A-3AEE-554B-A01F-4A5949EBDDE6}"/>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2" name="Marcador de pie de página 4">
            <a:extLst>
              <a:ext uri="{FF2B5EF4-FFF2-40B4-BE49-F238E27FC236}">
                <a16:creationId xmlns:a16="http://schemas.microsoft.com/office/drawing/2014/main" id="{BC49E97D-1698-E943-9A92-203385CA0DF1}"/>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pic>
        <p:nvPicPr>
          <p:cNvPr id="13" name="Imagen 12"/>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22920" y="164764"/>
            <a:ext cx="1121538" cy="660897"/>
          </a:xfrm>
          <a:prstGeom prst="rect">
            <a:avLst/>
          </a:prstGeom>
          <a:solidFill>
            <a:schemeClr val="accent5"/>
          </a:solidFill>
        </p:spPr>
      </p:pic>
    </p:spTree>
    <p:extLst>
      <p:ext uri="{BB962C8B-B14F-4D97-AF65-F5344CB8AC3E}">
        <p14:creationId xmlns:p14="http://schemas.microsoft.com/office/powerpoint/2010/main" val="37021639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iapositiva texto + imagen 2">
    <p:spTree>
      <p:nvGrpSpPr>
        <p:cNvPr id="1" name=""/>
        <p:cNvGrpSpPr/>
        <p:nvPr/>
      </p:nvGrpSpPr>
      <p:grpSpPr>
        <a:xfrm>
          <a:off x="0" y="0"/>
          <a:ext cx="0" cy="0"/>
          <a:chOff x="0" y="0"/>
          <a:chExt cx="0" cy="0"/>
        </a:xfrm>
      </p:grpSpPr>
      <p:sp>
        <p:nvSpPr>
          <p:cNvPr id="24" name="Rectángulo 23">
            <a:extLst>
              <a:ext uri="{FF2B5EF4-FFF2-40B4-BE49-F238E27FC236}">
                <a16:creationId xmlns:a16="http://schemas.microsoft.com/office/drawing/2014/main" id="{A4F0C281-4090-184D-82B8-C20A75B956E0}"/>
              </a:ext>
            </a:extLst>
          </p:cNvPr>
          <p:cNvSpPr/>
          <p:nvPr userDrawn="1"/>
        </p:nvSpPr>
        <p:spPr>
          <a:xfrm>
            <a:off x="0" y="0"/>
            <a:ext cx="6096000" cy="25841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199" y="2930456"/>
            <a:ext cx="3389313" cy="805349"/>
          </a:xfrm>
          <a:prstGeom prst="rect">
            <a:avLst/>
          </a:prstGeom>
        </p:spPr>
        <p:txBody>
          <a:bodyPr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21" name="Marcador de texto 20">
            <a:extLst>
              <a:ext uri="{FF2B5EF4-FFF2-40B4-BE49-F238E27FC236}">
                <a16:creationId xmlns:a16="http://schemas.microsoft.com/office/drawing/2014/main" id="{87BA17AA-8C00-7145-92FE-6D329633EC34}"/>
              </a:ext>
            </a:extLst>
          </p:cNvPr>
          <p:cNvSpPr>
            <a:spLocks noGrp="1"/>
          </p:cNvSpPr>
          <p:nvPr>
            <p:ph type="body" sz="quarter" idx="11" hasCustomPrompt="1"/>
          </p:nvPr>
        </p:nvSpPr>
        <p:spPr>
          <a:xfrm>
            <a:off x="457199" y="6099996"/>
            <a:ext cx="2997200" cy="123111"/>
          </a:xfrm>
          <a:prstGeom prst="rect">
            <a:avLst/>
          </a:prstGeom>
        </p:spPr>
        <p:txBody>
          <a:bodyPr lIns="0" tIns="0" rIns="0" bIns="0">
            <a:spAutoFit/>
          </a:bodyPr>
          <a:lstStyle>
            <a:lvl1pPr marL="0" indent="0">
              <a:lnSpc>
                <a:spcPct val="100000"/>
              </a:lnSpc>
              <a:spcBef>
                <a:spcPts val="0"/>
              </a:spcBef>
              <a:buFontTx/>
              <a:buNone/>
              <a:defRPr sz="800" b="0" i="1">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22" name="Marcador de texto 20">
            <a:extLst>
              <a:ext uri="{FF2B5EF4-FFF2-40B4-BE49-F238E27FC236}">
                <a16:creationId xmlns:a16="http://schemas.microsoft.com/office/drawing/2014/main" id="{9D2FA0C2-A2BC-2740-B929-0A1AB2A391CE}"/>
              </a:ext>
            </a:extLst>
          </p:cNvPr>
          <p:cNvSpPr>
            <a:spLocks noGrp="1"/>
          </p:cNvSpPr>
          <p:nvPr>
            <p:ph type="body" sz="quarter" idx="12" hasCustomPrompt="1"/>
          </p:nvPr>
        </p:nvSpPr>
        <p:spPr>
          <a:xfrm>
            <a:off x="9790042" y="5935541"/>
            <a:ext cx="2401957" cy="328909"/>
          </a:xfrm>
          <a:prstGeom prst="rect">
            <a:avLst/>
          </a:prstGeom>
          <a:solidFill>
            <a:schemeClr val="tx2"/>
          </a:solidFill>
        </p:spPr>
        <p:txBody>
          <a:bodyPr wrap="square" lIns="108000" tIns="108000" rIns="108000" bIns="108000">
            <a:spAutoFit/>
          </a:bodyPr>
          <a:lstStyle>
            <a:lvl1pPr marL="0" indent="0">
              <a:buFontTx/>
              <a:buNone/>
              <a:defRPr sz="800" b="0" i="0">
                <a:solidFill>
                  <a:schemeClr val="bg2"/>
                </a:solidFill>
                <a:latin typeface="Calibri" panose="020F0502020204030204" pitchFamily="34" charset="0"/>
                <a:cs typeface="Calibri" panose="020F0502020204030204" pitchFamily="34" charset="0"/>
              </a:defRPr>
            </a:lvl1pPr>
          </a:lstStyle>
          <a:p>
            <a:pPr lvl="0"/>
            <a:r>
              <a:rPr lang="es-ES" dirty="0"/>
              <a:t>Pie de foto</a:t>
            </a:r>
          </a:p>
        </p:txBody>
      </p:sp>
      <p:sp>
        <p:nvSpPr>
          <p:cNvPr id="23" name="Marcador de posición de imagen 9">
            <a:extLst>
              <a:ext uri="{FF2B5EF4-FFF2-40B4-BE49-F238E27FC236}">
                <a16:creationId xmlns:a16="http://schemas.microsoft.com/office/drawing/2014/main" id="{A3B7B41B-F4BA-0344-8284-BEA195DB2392}"/>
              </a:ext>
            </a:extLst>
          </p:cNvPr>
          <p:cNvSpPr>
            <a:spLocks noGrp="1"/>
          </p:cNvSpPr>
          <p:nvPr>
            <p:ph type="pic" sz="quarter" idx="13" hasCustomPrompt="1"/>
          </p:nvPr>
        </p:nvSpPr>
        <p:spPr>
          <a:xfrm>
            <a:off x="6023113" y="0"/>
            <a:ext cx="6168887" cy="6858000"/>
          </a:xfrm>
          <a:prstGeom prst="rect">
            <a:avLst/>
          </a:prstGeom>
          <a:solidFill>
            <a:schemeClr val="tx2">
              <a:lumMod val="20000"/>
              <a:lumOff val="80000"/>
            </a:schemeClr>
          </a:solidFill>
        </p:spPr>
        <p:txBody>
          <a:bodyPr lIns="0" tIns="2448000" rIns="0" bIns="0" anchor="t" anchorCtr="0"/>
          <a:lstStyle>
            <a:lvl1pPr marL="0" indent="0" algn="ctr">
              <a:buFontTx/>
              <a:buNone/>
              <a:defRPr sz="1100"/>
            </a:lvl1pPr>
          </a:lstStyle>
          <a:p>
            <a:r>
              <a:rPr lang="es-ES" dirty="0"/>
              <a:t>INSERTAR IMAGEN</a:t>
            </a:r>
          </a:p>
        </p:txBody>
      </p:sp>
      <p:sp>
        <p:nvSpPr>
          <p:cNvPr id="28" name="Marcador de fecha 3">
            <a:extLst>
              <a:ext uri="{FF2B5EF4-FFF2-40B4-BE49-F238E27FC236}">
                <a16:creationId xmlns:a16="http://schemas.microsoft.com/office/drawing/2014/main" id="{BD4EA232-9E7D-B843-A017-2FC3250BEBD5}"/>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29" name="Marcador de pie de página 4">
            <a:extLst>
              <a:ext uri="{FF2B5EF4-FFF2-40B4-BE49-F238E27FC236}">
                <a16:creationId xmlns:a16="http://schemas.microsoft.com/office/drawing/2014/main" id="{95FB20AF-0EF8-F14C-B394-A616BB04B5F4}"/>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11" name="Título 1">
            <a:extLst>
              <a:ext uri="{FF2B5EF4-FFF2-40B4-BE49-F238E27FC236}">
                <a16:creationId xmlns:a16="http://schemas.microsoft.com/office/drawing/2014/main" id="{0714CD9D-084A-DF46-B2C8-7CFB6111FC1F}"/>
              </a:ext>
            </a:extLst>
          </p:cNvPr>
          <p:cNvSpPr>
            <a:spLocks noGrp="1"/>
          </p:cNvSpPr>
          <p:nvPr>
            <p:ph type="ctrTitle" hasCustomPrompt="1"/>
          </p:nvPr>
        </p:nvSpPr>
        <p:spPr>
          <a:xfrm>
            <a:off x="457200" y="934272"/>
            <a:ext cx="5422739" cy="702180"/>
          </a:xfrm>
          <a:prstGeom prst="rect">
            <a:avLst/>
          </a:prstGeom>
        </p:spPr>
        <p:txBody>
          <a:bodyPr wrap="square" lIns="0" tIns="0" rIns="0" bIns="0" anchor="t" anchorCtr="0">
            <a:spAutoFit/>
          </a:bodyPr>
          <a:lstStyle>
            <a:lvl1pPr algn="l">
              <a:lnSpc>
                <a:spcPts val="5400"/>
              </a:lnSpc>
              <a:defRPr sz="5400" spc="0">
                <a:solidFill>
                  <a:schemeClr val="bg1"/>
                </a:solidFill>
                <a:latin typeface="+mn-lt"/>
              </a:defRPr>
            </a:lvl1pPr>
          </a:lstStyle>
          <a:p>
            <a:r>
              <a:rPr lang="es-ES" dirty="0"/>
              <a:t>Título diapositiva</a:t>
            </a:r>
          </a:p>
        </p:txBody>
      </p:sp>
      <p:pic>
        <p:nvPicPr>
          <p:cNvPr id="12" name="Marcador de contenido 9"/>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05829" y="207166"/>
            <a:ext cx="1078994" cy="547096"/>
          </a:xfrm>
          <a:prstGeom prst="rect">
            <a:avLst/>
          </a:prstGeom>
          <a:ln>
            <a:noFill/>
          </a:ln>
        </p:spPr>
      </p:pic>
    </p:spTree>
    <p:extLst>
      <p:ext uri="{BB962C8B-B14F-4D97-AF65-F5344CB8AC3E}">
        <p14:creationId xmlns:p14="http://schemas.microsoft.com/office/powerpoint/2010/main" val="3339375535"/>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iapositiva texto + imagen 3">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EB80A6C6-5783-4F4A-881E-BB3F9E2501FD}"/>
              </a:ext>
            </a:extLst>
          </p:cNvPr>
          <p:cNvSpPr/>
          <p:nvPr userDrawn="1"/>
        </p:nvSpPr>
        <p:spPr>
          <a:xfrm>
            <a:off x="0" y="0"/>
            <a:ext cx="6096000" cy="2584174"/>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9" name="Marcador de posición de imagen 9">
            <a:extLst>
              <a:ext uri="{FF2B5EF4-FFF2-40B4-BE49-F238E27FC236}">
                <a16:creationId xmlns:a16="http://schemas.microsoft.com/office/drawing/2014/main" id="{DD90E773-A42D-4748-AD65-E6780664ACE5}"/>
              </a:ext>
            </a:extLst>
          </p:cNvPr>
          <p:cNvSpPr>
            <a:spLocks noGrp="1"/>
          </p:cNvSpPr>
          <p:nvPr>
            <p:ph type="pic" sz="quarter" idx="13" hasCustomPrompt="1"/>
          </p:nvPr>
        </p:nvSpPr>
        <p:spPr>
          <a:xfrm>
            <a:off x="6023113" y="0"/>
            <a:ext cx="6168887" cy="6858000"/>
          </a:xfrm>
          <a:prstGeom prst="rect">
            <a:avLst/>
          </a:prstGeom>
          <a:solidFill>
            <a:schemeClr val="tx2">
              <a:lumMod val="20000"/>
              <a:lumOff val="80000"/>
            </a:schemeClr>
          </a:solidFill>
        </p:spPr>
        <p:txBody>
          <a:bodyPr lIns="0" tIns="2448000" rIns="0" bIns="0" anchor="t" anchorCtr="0"/>
          <a:lstStyle>
            <a:lvl1pPr marL="0" indent="0" algn="ctr">
              <a:buFontTx/>
              <a:buNone/>
              <a:defRPr sz="1100"/>
            </a:lvl1pPr>
          </a:lstStyle>
          <a:p>
            <a:r>
              <a:rPr lang="es-ES" dirty="0"/>
              <a:t>INSERTAR IMAGEN</a:t>
            </a:r>
          </a:p>
        </p:txBody>
      </p: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1925883"/>
            <a:ext cx="5422739" cy="276999"/>
          </a:xfrm>
          <a:prstGeom prst="rect">
            <a:avLst/>
          </a:prstGeom>
        </p:spPr>
        <p:txBody>
          <a:bodyPr wrap="square" lIns="0" tIns="0" rIns="0" bIns="0">
            <a:spAutoFit/>
          </a:bodyPr>
          <a:lstStyle>
            <a:lvl1pPr marL="0" indent="0">
              <a:lnSpc>
                <a:spcPct val="100000"/>
              </a:lnSpc>
              <a:spcBef>
                <a:spcPts val="0"/>
              </a:spcBef>
              <a:spcAft>
                <a:spcPts val="0"/>
              </a:spcAft>
              <a:buFontTx/>
              <a:buNone/>
              <a:defRPr sz="1800">
                <a:solidFill>
                  <a:schemeClr val="bg2"/>
                </a:solidFill>
              </a:defRPr>
            </a:lvl1pPr>
          </a:lstStyle>
          <a:p>
            <a:pPr lvl="0"/>
            <a:r>
              <a:rPr lang="es-ES" dirty="0"/>
              <a:t>Texto</a:t>
            </a:r>
          </a:p>
        </p:txBody>
      </p:sp>
      <p:sp>
        <p:nvSpPr>
          <p:cNvPr id="31" name="Marcador de texto 17">
            <a:extLst>
              <a:ext uri="{FF2B5EF4-FFF2-40B4-BE49-F238E27FC236}">
                <a16:creationId xmlns:a16="http://schemas.microsoft.com/office/drawing/2014/main" id="{EE246D16-2802-5841-8009-478143B453A2}"/>
              </a:ext>
            </a:extLst>
          </p:cNvPr>
          <p:cNvSpPr>
            <a:spLocks noGrp="1"/>
          </p:cNvSpPr>
          <p:nvPr>
            <p:ph type="body" sz="quarter" idx="24" hasCustomPrompt="1"/>
          </p:nvPr>
        </p:nvSpPr>
        <p:spPr>
          <a:xfrm>
            <a:off x="457201" y="2944799"/>
            <a:ext cx="5422739" cy="200055"/>
          </a:xfrm>
          <a:prstGeom prst="rect">
            <a:avLst/>
          </a:prstGeom>
        </p:spPr>
        <p:txBody>
          <a:bodyPr wrap="square" lIns="0" tIns="0" rIns="0" bIns="0">
            <a:spAutoFit/>
          </a:bodyPr>
          <a:lstStyle>
            <a:lvl1pPr marL="0" indent="0">
              <a:lnSpc>
                <a:spcPct val="100000"/>
              </a:lnSpc>
              <a:spcBef>
                <a:spcPts val="0"/>
              </a:spcBef>
              <a:spcAft>
                <a:spcPts val="0"/>
              </a:spcAft>
              <a:buFontTx/>
              <a:buNone/>
              <a:defRPr sz="1300">
                <a:solidFill>
                  <a:schemeClr val="tx2"/>
                </a:solidFill>
              </a:defRPr>
            </a:lvl1pPr>
          </a:lstStyle>
          <a:p>
            <a:pPr lvl="0"/>
            <a:r>
              <a:rPr lang="es-ES" dirty="0"/>
              <a:t>Subtítulo</a:t>
            </a:r>
          </a:p>
        </p:txBody>
      </p:sp>
      <p:sp>
        <p:nvSpPr>
          <p:cNvPr id="40" name="Marcador de texto 17">
            <a:extLst>
              <a:ext uri="{FF2B5EF4-FFF2-40B4-BE49-F238E27FC236}">
                <a16:creationId xmlns:a16="http://schemas.microsoft.com/office/drawing/2014/main" id="{3AAB9086-BE5A-1D4F-A012-F6A45F51E2B5}"/>
              </a:ext>
            </a:extLst>
          </p:cNvPr>
          <p:cNvSpPr>
            <a:spLocks noGrp="1"/>
          </p:cNvSpPr>
          <p:nvPr>
            <p:ph type="body" sz="quarter" idx="27" hasCustomPrompt="1"/>
          </p:nvPr>
        </p:nvSpPr>
        <p:spPr>
          <a:xfrm>
            <a:off x="457200" y="31503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53" name="Marcador de fecha 3">
            <a:extLst>
              <a:ext uri="{FF2B5EF4-FFF2-40B4-BE49-F238E27FC236}">
                <a16:creationId xmlns:a16="http://schemas.microsoft.com/office/drawing/2014/main" id="{5B9E6149-7800-8B4D-8237-D995EC7CC948}"/>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54" name="Marcador de pie de página 4">
            <a:extLst>
              <a:ext uri="{FF2B5EF4-FFF2-40B4-BE49-F238E27FC236}">
                <a16:creationId xmlns:a16="http://schemas.microsoft.com/office/drawing/2014/main" id="{08A5AEA0-AFE5-3846-8BCD-5E08E9149B5E}"/>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16" name="Marcador de texto 17">
            <a:extLst>
              <a:ext uri="{FF2B5EF4-FFF2-40B4-BE49-F238E27FC236}">
                <a16:creationId xmlns:a16="http://schemas.microsoft.com/office/drawing/2014/main" id="{CF5D70E0-C3DD-4144-B454-150F774E1668}"/>
              </a:ext>
            </a:extLst>
          </p:cNvPr>
          <p:cNvSpPr>
            <a:spLocks noGrp="1"/>
          </p:cNvSpPr>
          <p:nvPr>
            <p:ph type="body" sz="quarter" idx="10"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bg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7" name="Título 1">
            <a:extLst>
              <a:ext uri="{FF2B5EF4-FFF2-40B4-BE49-F238E27FC236}">
                <a16:creationId xmlns:a16="http://schemas.microsoft.com/office/drawing/2014/main" id="{96C6CC44-B7A7-EA43-BF1B-FCEE1E8D3701}"/>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bg2"/>
                </a:solidFill>
                <a:latin typeface="+mn-lt"/>
              </a:defRPr>
            </a:lvl1pPr>
          </a:lstStyle>
          <a:p>
            <a:r>
              <a:rPr lang="es-ES" dirty="0"/>
              <a:t>Título diapositiva</a:t>
            </a:r>
          </a:p>
        </p:txBody>
      </p:sp>
      <p:pic>
        <p:nvPicPr>
          <p:cNvPr id="13" name="Imagen 12" descr="Logotipo&#10;&#10;Descripción generada automáticamente con confianza media">
            <a:extLst>
              <a:ext uri="{FF2B5EF4-FFF2-40B4-BE49-F238E27FC236}">
                <a16:creationId xmlns:a16="http://schemas.microsoft.com/office/drawing/2014/main" id="{FCF91364-3854-CC4A-BFD3-DB155CF93CC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272181" y="236654"/>
            <a:ext cx="939001" cy="460964"/>
          </a:xfrm>
          <a:prstGeom prst="rect">
            <a:avLst/>
          </a:prstGeom>
        </p:spPr>
      </p:pic>
      <p:pic>
        <p:nvPicPr>
          <p:cNvPr id="12" name="Imagen 11"/>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222920" y="164764"/>
            <a:ext cx="1121538" cy="660897"/>
          </a:xfrm>
          <a:prstGeom prst="rect">
            <a:avLst/>
          </a:prstGeom>
          <a:solidFill>
            <a:schemeClr val="accent5"/>
          </a:solidFill>
        </p:spPr>
      </p:pic>
    </p:spTree>
    <p:extLst>
      <p:ext uri="{BB962C8B-B14F-4D97-AF65-F5344CB8AC3E}">
        <p14:creationId xmlns:p14="http://schemas.microsoft.com/office/powerpoint/2010/main" val="2099025928"/>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iapositiva texto + imagen 4">
    <p:spTree>
      <p:nvGrpSpPr>
        <p:cNvPr id="1" name=""/>
        <p:cNvGrpSpPr/>
        <p:nvPr/>
      </p:nvGrpSpPr>
      <p:grpSpPr>
        <a:xfrm>
          <a:off x="0" y="0"/>
          <a:ext cx="0" cy="0"/>
          <a:chOff x="0" y="0"/>
          <a:chExt cx="0" cy="0"/>
        </a:xfrm>
      </p:grpSpPr>
      <p:sp>
        <p:nvSpPr>
          <p:cNvPr id="18" name="Rectángulo 17">
            <a:extLst>
              <a:ext uri="{FF2B5EF4-FFF2-40B4-BE49-F238E27FC236}">
                <a16:creationId xmlns:a16="http://schemas.microsoft.com/office/drawing/2014/main" id="{EB80A6C6-5783-4F4A-881E-BB3F9E2501FD}"/>
              </a:ext>
            </a:extLst>
          </p:cNvPr>
          <p:cNvSpPr/>
          <p:nvPr userDrawn="1"/>
        </p:nvSpPr>
        <p:spPr>
          <a:xfrm>
            <a:off x="0" y="0"/>
            <a:ext cx="6096000" cy="258417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9" name="Marcador de posición de imagen 9">
            <a:extLst>
              <a:ext uri="{FF2B5EF4-FFF2-40B4-BE49-F238E27FC236}">
                <a16:creationId xmlns:a16="http://schemas.microsoft.com/office/drawing/2014/main" id="{DD90E773-A42D-4748-AD65-E6780664ACE5}"/>
              </a:ext>
            </a:extLst>
          </p:cNvPr>
          <p:cNvSpPr>
            <a:spLocks noGrp="1"/>
          </p:cNvSpPr>
          <p:nvPr>
            <p:ph type="pic" sz="quarter" idx="13" hasCustomPrompt="1"/>
          </p:nvPr>
        </p:nvSpPr>
        <p:spPr>
          <a:xfrm>
            <a:off x="6023113" y="0"/>
            <a:ext cx="6168887" cy="6858000"/>
          </a:xfrm>
          <a:prstGeom prst="rect">
            <a:avLst/>
          </a:prstGeom>
          <a:solidFill>
            <a:schemeClr val="tx2">
              <a:lumMod val="20000"/>
              <a:lumOff val="80000"/>
            </a:schemeClr>
          </a:solidFill>
        </p:spPr>
        <p:txBody>
          <a:bodyPr lIns="0" tIns="2448000" rIns="0" bIns="0" anchor="t" anchorCtr="0"/>
          <a:lstStyle>
            <a:lvl1pPr marL="0" indent="0" algn="ctr">
              <a:buFontTx/>
              <a:buNone/>
              <a:defRPr sz="1100"/>
            </a:lvl1pPr>
          </a:lstStyle>
          <a:p>
            <a:r>
              <a:rPr lang="es-ES" dirty="0"/>
              <a:t>INSERTAR IMAGEN</a:t>
            </a:r>
          </a:p>
        </p:txBody>
      </p: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1925883"/>
            <a:ext cx="5422739" cy="276999"/>
          </a:xfrm>
          <a:prstGeom prst="rect">
            <a:avLst/>
          </a:prstGeom>
        </p:spPr>
        <p:txBody>
          <a:bodyPr wrap="square" lIns="0" tIns="0" rIns="0" bIns="0">
            <a:spAutoFit/>
          </a:bodyPr>
          <a:lstStyle>
            <a:lvl1pPr marL="0" indent="0">
              <a:lnSpc>
                <a:spcPct val="100000"/>
              </a:lnSpc>
              <a:spcBef>
                <a:spcPts val="0"/>
              </a:spcBef>
              <a:spcAft>
                <a:spcPts val="0"/>
              </a:spcAft>
              <a:buFontTx/>
              <a:buNone/>
              <a:defRPr sz="1800">
                <a:solidFill>
                  <a:schemeClr val="bg2"/>
                </a:solidFill>
              </a:defRPr>
            </a:lvl1pPr>
          </a:lstStyle>
          <a:p>
            <a:pPr lvl="0"/>
            <a:r>
              <a:rPr lang="es-ES" dirty="0"/>
              <a:t>Texto</a:t>
            </a:r>
          </a:p>
        </p:txBody>
      </p:sp>
      <p:sp>
        <p:nvSpPr>
          <p:cNvPr id="31" name="Marcador de texto 17">
            <a:extLst>
              <a:ext uri="{FF2B5EF4-FFF2-40B4-BE49-F238E27FC236}">
                <a16:creationId xmlns:a16="http://schemas.microsoft.com/office/drawing/2014/main" id="{EE246D16-2802-5841-8009-478143B453A2}"/>
              </a:ext>
            </a:extLst>
          </p:cNvPr>
          <p:cNvSpPr>
            <a:spLocks noGrp="1"/>
          </p:cNvSpPr>
          <p:nvPr>
            <p:ph type="body" sz="quarter" idx="24" hasCustomPrompt="1"/>
          </p:nvPr>
        </p:nvSpPr>
        <p:spPr>
          <a:xfrm>
            <a:off x="457201" y="2944799"/>
            <a:ext cx="5422739" cy="200055"/>
          </a:xfrm>
          <a:prstGeom prst="rect">
            <a:avLst/>
          </a:prstGeom>
        </p:spPr>
        <p:txBody>
          <a:bodyPr wrap="square" lIns="0" tIns="0" rIns="0" bIns="0">
            <a:spAutoFit/>
          </a:bodyPr>
          <a:lstStyle>
            <a:lvl1pPr marL="0" indent="0">
              <a:lnSpc>
                <a:spcPct val="100000"/>
              </a:lnSpc>
              <a:spcBef>
                <a:spcPts val="0"/>
              </a:spcBef>
              <a:spcAft>
                <a:spcPts val="0"/>
              </a:spcAft>
              <a:buFontTx/>
              <a:buNone/>
              <a:defRPr sz="1300">
                <a:solidFill>
                  <a:schemeClr val="tx2"/>
                </a:solidFill>
              </a:defRPr>
            </a:lvl1pPr>
          </a:lstStyle>
          <a:p>
            <a:pPr lvl="0"/>
            <a:r>
              <a:rPr lang="es-ES" dirty="0"/>
              <a:t>Subtítulo</a:t>
            </a:r>
          </a:p>
        </p:txBody>
      </p:sp>
      <p:sp>
        <p:nvSpPr>
          <p:cNvPr id="40" name="Marcador de texto 17">
            <a:extLst>
              <a:ext uri="{FF2B5EF4-FFF2-40B4-BE49-F238E27FC236}">
                <a16:creationId xmlns:a16="http://schemas.microsoft.com/office/drawing/2014/main" id="{3AAB9086-BE5A-1D4F-A012-F6A45F51E2B5}"/>
              </a:ext>
            </a:extLst>
          </p:cNvPr>
          <p:cNvSpPr>
            <a:spLocks noGrp="1"/>
          </p:cNvSpPr>
          <p:nvPr>
            <p:ph type="body" sz="quarter" idx="27" hasCustomPrompt="1"/>
          </p:nvPr>
        </p:nvSpPr>
        <p:spPr>
          <a:xfrm>
            <a:off x="457200" y="3150322"/>
            <a:ext cx="5422739"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53" name="Marcador de fecha 3">
            <a:extLst>
              <a:ext uri="{FF2B5EF4-FFF2-40B4-BE49-F238E27FC236}">
                <a16:creationId xmlns:a16="http://schemas.microsoft.com/office/drawing/2014/main" id="{5B9E6149-7800-8B4D-8237-D995EC7CC948}"/>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54" name="Marcador de pie de página 4">
            <a:extLst>
              <a:ext uri="{FF2B5EF4-FFF2-40B4-BE49-F238E27FC236}">
                <a16:creationId xmlns:a16="http://schemas.microsoft.com/office/drawing/2014/main" id="{08A5AEA0-AFE5-3846-8BCD-5E08E9149B5E}"/>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16" name="Marcador de texto 17">
            <a:extLst>
              <a:ext uri="{FF2B5EF4-FFF2-40B4-BE49-F238E27FC236}">
                <a16:creationId xmlns:a16="http://schemas.microsoft.com/office/drawing/2014/main" id="{CF5D70E0-C3DD-4144-B454-150F774E1668}"/>
              </a:ext>
            </a:extLst>
          </p:cNvPr>
          <p:cNvSpPr>
            <a:spLocks noGrp="1"/>
          </p:cNvSpPr>
          <p:nvPr>
            <p:ph type="body" sz="quarter" idx="10" hasCustomPrompt="1"/>
          </p:nvPr>
        </p:nvSpPr>
        <p:spPr>
          <a:xfrm>
            <a:off x="457200" y="1286740"/>
            <a:ext cx="5422739"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bg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17" name="Título 1">
            <a:extLst>
              <a:ext uri="{FF2B5EF4-FFF2-40B4-BE49-F238E27FC236}">
                <a16:creationId xmlns:a16="http://schemas.microsoft.com/office/drawing/2014/main" id="{96C6CC44-B7A7-EA43-BF1B-FCEE1E8D3701}"/>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bg2"/>
                </a:solidFill>
                <a:latin typeface="+mn-lt"/>
              </a:defRPr>
            </a:lvl1pPr>
          </a:lstStyle>
          <a:p>
            <a:r>
              <a:rPr lang="es-ES" dirty="0"/>
              <a:t>Título diapositiva</a:t>
            </a:r>
          </a:p>
        </p:txBody>
      </p:sp>
      <p:pic>
        <p:nvPicPr>
          <p:cNvPr id="12" name="Marcador de contenido 9"/>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05829" y="207166"/>
            <a:ext cx="1078994" cy="547096"/>
          </a:xfrm>
          <a:prstGeom prst="rect">
            <a:avLst/>
          </a:prstGeom>
          <a:ln>
            <a:noFill/>
          </a:ln>
        </p:spPr>
      </p:pic>
    </p:spTree>
    <p:extLst>
      <p:ext uri="{BB962C8B-B14F-4D97-AF65-F5344CB8AC3E}">
        <p14:creationId xmlns:p14="http://schemas.microsoft.com/office/powerpoint/2010/main" val="563013315"/>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iapositiva texto + imagen 5">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199" y="1863044"/>
            <a:ext cx="11208027" cy="1077218"/>
          </a:xfrm>
          <a:prstGeom prst="rect">
            <a:avLst/>
          </a:prstGeom>
        </p:spPr>
        <p:txBody>
          <a:bodyPr wrap="square" lIns="0" tIns="0" rIns="0" bIns="0">
            <a:spAutoFit/>
          </a:bodyPr>
          <a:lstStyle>
            <a:lvl1pPr marL="0" indent="0" algn="ctr">
              <a:lnSpc>
                <a:spcPct val="100000"/>
              </a:lnSpc>
              <a:spcBef>
                <a:spcPts val="0"/>
              </a:spcBef>
              <a:spcAft>
                <a:spcPts val="0"/>
              </a:spcAft>
              <a:buFontTx/>
              <a:buNone/>
              <a:defRPr sz="6800" spc="-150">
                <a:solidFill>
                  <a:schemeClr val="accent1"/>
                </a:solidFill>
              </a:defRPr>
            </a:lvl1pPr>
          </a:lstStyle>
          <a:p>
            <a:pPr lvl="0"/>
            <a:r>
              <a:rPr lang="es-ES" dirty="0"/>
              <a:t>Texto destacado</a:t>
            </a:r>
          </a:p>
        </p:txBody>
      </p:sp>
      <p:sp>
        <p:nvSpPr>
          <p:cNvPr id="11" name="Marcador de texto 17">
            <a:extLst>
              <a:ext uri="{FF2B5EF4-FFF2-40B4-BE49-F238E27FC236}">
                <a16:creationId xmlns:a16="http://schemas.microsoft.com/office/drawing/2014/main" id="{92DB7BEB-AAF2-2D43-9F99-5221469F9E6C}"/>
              </a:ext>
            </a:extLst>
          </p:cNvPr>
          <p:cNvSpPr>
            <a:spLocks noGrp="1"/>
          </p:cNvSpPr>
          <p:nvPr>
            <p:ph type="body" sz="quarter" idx="11" hasCustomPrompt="1"/>
          </p:nvPr>
        </p:nvSpPr>
        <p:spPr>
          <a:xfrm>
            <a:off x="526773" y="5550478"/>
            <a:ext cx="3597966" cy="621721"/>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1300">
                <a:solidFill>
                  <a:schemeClr val="bg2"/>
                </a:solidFill>
              </a:defRPr>
            </a:lvl1pPr>
          </a:lstStyle>
          <a:p>
            <a:pPr lvl="0"/>
            <a:r>
              <a:rPr lang="es-ES" dirty="0"/>
              <a:t>Texto</a:t>
            </a:r>
          </a:p>
        </p:txBody>
      </p:sp>
      <p:sp>
        <p:nvSpPr>
          <p:cNvPr id="12" name="Marcador de posición de imagen 9">
            <a:extLst>
              <a:ext uri="{FF2B5EF4-FFF2-40B4-BE49-F238E27FC236}">
                <a16:creationId xmlns:a16="http://schemas.microsoft.com/office/drawing/2014/main" id="{4D8ECEC0-8531-0B47-A4DC-CE1F038F5C9C}"/>
              </a:ext>
            </a:extLst>
          </p:cNvPr>
          <p:cNvSpPr>
            <a:spLocks noGrp="1"/>
          </p:cNvSpPr>
          <p:nvPr>
            <p:ph type="pic" sz="quarter" idx="13" hasCustomPrompt="1"/>
          </p:nvPr>
        </p:nvSpPr>
        <p:spPr>
          <a:xfrm>
            <a:off x="526774" y="3846443"/>
            <a:ext cx="3597966" cy="170403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13" name="Marcador de texto 17">
            <a:extLst>
              <a:ext uri="{FF2B5EF4-FFF2-40B4-BE49-F238E27FC236}">
                <a16:creationId xmlns:a16="http://schemas.microsoft.com/office/drawing/2014/main" id="{8401584E-4C05-C545-A858-9209C89145E6}"/>
              </a:ext>
            </a:extLst>
          </p:cNvPr>
          <p:cNvSpPr>
            <a:spLocks noGrp="1"/>
          </p:cNvSpPr>
          <p:nvPr>
            <p:ph type="body" sz="quarter" idx="14" hasCustomPrompt="1"/>
          </p:nvPr>
        </p:nvSpPr>
        <p:spPr>
          <a:xfrm>
            <a:off x="4297016" y="5550478"/>
            <a:ext cx="3597966" cy="621721"/>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1300">
                <a:solidFill>
                  <a:schemeClr val="bg2"/>
                </a:solidFill>
              </a:defRPr>
            </a:lvl1pPr>
          </a:lstStyle>
          <a:p>
            <a:pPr lvl="0"/>
            <a:r>
              <a:rPr lang="es-ES" dirty="0"/>
              <a:t>Texto</a:t>
            </a:r>
          </a:p>
        </p:txBody>
      </p:sp>
      <p:sp>
        <p:nvSpPr>
          <p:cNvPr id="14" name="Marcador de posición de imagen 9">
            <a:extLst>
              <a:ext uri="{FF2B5EF4-FFF2-40B4-BE49-F238E27FC236}">
                <a16:creationId xmlns:a16="http://schemas.microsoft.com/office/drawing/2014/main" id="{A19681D7-E8A5-B84A-B756-9E2807EF02D4}"/>
              </a:ext>
            </a:extLst>
          </p:cNvPr>
          <p:cNvSpPr>
            <a:spLocks noGrp="1"/>
          </p:cNvSpPr>
          <p:nvPr>
            <p:ph type="pic" sz="quarter" idx="15" hasCustomPrompt="1"/>
          </p:nvPr>
        </p:nvSpPr>
        <p:spPr>
          <a:xfrm>
            <a:off x="4297016" y="3846443"/>
            <a:ext cx="3597966" cy="170403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15" name="Marcador de texto 17">
            <a:extLst>
              <a:ext uri="{FF2B5EF4-FFF2-40B4-BE49-F238E27FC236}">
                <a16:creationId xmlns:a16="http://schemas.microsoft.com/office/drawing/2014/main" id="{C964DC76-D32B-534A-BA70-5CB9C61AE743}"/>
              </a:ext>
            </a:extLst>
          </p:cNvPr>
          <p:cNvSpPr>
            <a:spLocks noGrp="1"/>
          </p:cNvSpPr>
          <p:nvPr>
            <p:ph type="body" sz="quarter" idx="16" hasCustomPrompt="1"/>
          </p:nvPr>
        </p:nvSpPr>
        <p:spPr>
          <a:xfrm>
            <a:off x="8067260" y="5550478"/>
            <a:ext cx="3597966" cy="621721"/>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1300">
                <a:solidFill>
                  <a:schemeClr val="bg2"/>
                </a:solidFill>
              </a:defRPr>
            </a:lvl1pPr>
          </a:lstStyle>
          <a:p>
            <a:pPr lvl="0"/>
            <a:r>
              <a:rPr lang="es-ES" dirty="0"/>
              <a:t>Texto</a:t>
            </a:r>
          </a:p>
        </p:txBody>
      </p:sp>
      <p:sp>
        <p:nvSpPr>
          <p:cNvPr id="16" name="Marcador de posición de imagen 9">
            <a:extLst>
              <a:ext uri="{FF2B5EF4-FFF2-40B4-BE49-F238E27FC236}">
                <a16:creationId xmlns:a16="http://schemas.microsoft.com/office/drawing/2014/main" id="{927C432E-D065-7049-8202-2ADA5B18D827}"/>
              </a:ext>
            </a:extLst>
          </p:cNvPr>
          <p:cNvSpPr>
            <a:spLocks noGrp="1"/>
          </p:cNvSpPr>
          <p:nvPr>
            <p:ph type="pic" sz="quarter" idx="17" hasCustomPrompt="1"/>
          </p:nvPr>
        </p:nvSpPr>
        <p:spPr>
          <a:xfrm>
            <a:off x="8067260" y="3846443"/>
            <a:ext cx="3597966" cy="170403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25" name="Marcador de fecha 3">
            <a:extLst>
              <a:ext uri="{FF2B5EF4-FFF2-40B4-BE49-F238E27FC236}">
                <a16:creationId xmlns:a16="http://schemas.microsoft.com/office/drawing/2014/main" id="{F2D7A498-3EB7-4F45-AF19-EF583A6B3784}"/>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26" name="Marcador de pie de página 4">
            <a:extLst>
              <a:ext uri="{FF2B5EF4-FFF2-40B4-BE49-F238E27FC236}">
                <a16:creationId xmlns:a16="http://schemas.microsoft.com/office/drawing/2014/main" id="{72AA7FD7-9893-4D48-9730-26931799A252}"/>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17" name="Título 1">
            <a:extLst>
              <a:ext uri="{FF2B5EF4-FFF2-40B4-BE49-F238E27FC236}">
                <a16:creationId xmlns:a16="http://schemas.microsoft.com/office/drawing/2014/main" id="{D443CB88-9312-F646-BBDA-3E4C33BC267E}"/>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9" name="Imagen 1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959693466"/>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iapositiva texto + imagen 6">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17DE5807-3F31-304D-86FD-32DAE8BF4AB1}"/>
              </a:ext>
            </a:extLst>
          </p:cNvPr>
          <p:cNvSpPr/>
          <p:nvPr userDrawn="1"/>
        </p:nvSpPr>
        <p:spPr>
          <a:xfrm>
            <a:off x="0" y="4442791"/>
            <a:ext cx="12192000" cy="241520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sp>
        <p:nvSpPr>
          <p:cNvPr id="11" name="Marcador de texto 17">
            <a:extLst>
              <a:ext uri="{FF2B5EF4-FFF2-40B4-BE49-F238E27FC236}">
                <a16:creationId xmlns:a16="http://schemas.microsoft.com/office/drawing/2014/main" id="{92DB7BEB-AAF2-2D43-9F99-5221469F9E6C}"/>
              </a:ext>
            </a:extLst>
          </p:cNvPr>
          <p:cNvSpPr>
            <a:spLocks noGrp="1"/>
          </p:cNvSpPr>
          <p:nvPr>
            <p:ph type="body" sz="quarter" idx="11" hasCustomPrompt="1"/>
          </p:nvPr>
        </p:nvSpPr>
        <p:spPr>
          <a:xfrm>
            <a:off x="457198" y="5550478"/>
            <a:ext cx="3597966" cy="621721"/>
          </a:xfrm>
          <a:prstGeom prst="rect">
            <a:avLst/>
          </a:prstGeom>
          <a:solidFill>
            <a:schemeClr val="accent1"/>
          </a:solidFill>
        </p:spPr>
        <p:txBody>
          <a:bodyPr lIns="108000" tIns="108000" rIns="108000" bIns="108000">
            <a:noAutofit/>
          </a:bodyPr>
          <a:lstStyle>
            <a:lvl1pPr marL="0" indent="0">
              <a:lnSpc>
                <a:spcPct val="100000"/>
              </a:lnSpc>
              <a:spcBef>
                <a:spcPts val="0"/>
              </a:spcBef>
              <a:spcAft>
                <a:spcPts val="0"/>
              </a:spcAft>
              <a:buFontTx/>
              <a:buNone/>
              <a:defRPr sz="1300">
                <a:solidFill>
                  <a:schemeClr val="bg2"/>
                </a:solidFill>
              </a:defRPr>
            </a:lvl1pPr>
          </a:lstStyle>
          <a:p>
            <a:pPr lvl="0"/>
            <a:r>
              <a:rPr lang="es-ES" dirty="0"/>
              <a:t>Texto</a:t>
            </a:r>
          </a:p>
        </p:txBody>
      </p:sp>
      <p:sp>
        <p:nvSpPr>
          <p:cNvPr id="12" name="Marcador de posición de imagen 9">
            <a:extLst>
              <a:ext uri="{FF2B5EF4-FFF2-40B4-BE49-F238E27FC236}">
                <a16:creationId xmlns:a16="http://schemas.microsoft.com/office/drawing/2014/main" id="{4D8ECEC0-8531-0B47-A4DC-CE1F038F5C9C}"/>
              </a:ext>
            </a:extLst>
          </p:cNvPr>
          <p:cNvSpPr>
            <a:spLocks noGrp="1"/>
          </p:cNvSpPr>
          <p:nvPr>
            <p:ph type="pic" sz="quarter" idx="13" hasCustomPrompt="1"/>
          </p:nvPr>
        </p:nvSpPr>
        <p:spPr>
          <a:xfrm>
            <a:off x="457199" y="3846443"/>
            <a:ext cx="3597966" cy="170403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13" name="Marcador de texto 17">
            <a:extLst>
              <a:ext uri="{FF2B5EF4-FFF2-40B4-BE49-F238E27FC236}">
                <a16:creationId xmlns:a16="http://schemas.microsoft.com/office/drawing/2014/main" id="{8401584E-4C05-C545-A858-9209C89145E6}"/>
              </a:ext>
            </a:extLst>
          </p:cNvPr>
          <p:cNvSpPr>
            <a:spLocks noGrp="1"/>
          </p:cNvSpPr>
          <p:nvPr>
            <p:ph type="body" sz="quarter" idx="14" hasCustomPrompt="1"/>
          </p:nvPr>
        </p:nvSpPr>
        <p:spPr>
          <a:xfrm>
            <a:off x="4297015" y="5550478"/>
            <a:ext cx="3597966" cy="621721"/>
          </a:xfrm>
          <a:prstGeom prst="rect">
            <a:avLst/>
          </a:prstGeom>
          <a:solidFill>
            <a:schemeClr val="accent1"/>
          </a:solidFill>
        </p:spPr>
        <p:txBody>
          <a:bodyPr lIns="108000" tIns="108000" rIns="108000" bIns="108000">
            <a:noAutofit/>
          </a:bodyPr>
          <a:lstStyle>
            <a:lvl1pPr marL="0" indent="0">
              <a:lnSpc>
                <a:spcPct val="100000"/>
              </a:lnSpc>
              <a:spcBef>
                <a:spcPts val="0"/>
              </a:spcBef>
              <a:spcAft>
                <a:spcPts val="0"/>
              </a:spcAft>
              <a:buFontTx/>
              <a:buNone/>
              <a:defRPr sz="1300">
                <a:solidFill>
                  <a:schemeClr val="bg2"/>
                </a:solidFill>
              </a:defRPr>
            </a:lvl1pPr>
          </a:lstStyle>
          <a:p>
            <a:pPr lvl="0"/>
            <a:r>
              <a:rPr lang="es-ES" dirty="0"/>
              <a:t>Texto</a:t>
            </a:r>
          </a:p>
        </p:txBody>
      </p:sp>
      <p:sp>
        <p:nvSpPr>
          <p:cNvPr id="14" name="Marcador de posición de imagen 9">
            <a:extLst>
              <a:ext uri="{FF2B5EF4-FFF2-40B4-BE49-F238E27FC236}">
                <a16:creationId xmlns:a16="http://schemas.microsoft.com/office/drawing/2014/main" id="{A19681D7-E8A5-B84A-B756-9E2807EF02D4}"/>
              </a:ext>
            </a:extLst>
          </p:cNvPr>
          <p:cNvSpPr>
            <a:spLocks noGrp="1"/>
          </p:cNvSpPr>
          <p:nvPr>
            <p:ph type="pic" sz="quarter" idx="15" hasCustomPrompt="1"/>
          </p:nvPr>
        </p:nvSpPr>
        <p:spPr>
          <a:xfrm>
            <a:off x="4297015" y="3846443"/>
            <a:ext cx="3597966" cy="170403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15" name="Marcador de texto 17">
            <a:extLst>
              <a:ext uri="{FF2B5EF4-FFF2-40B4-BE49-F238E27FC236}">
                <a16:creationId xmlns:a16="http://schemas.microsoft.com/office/drawing/2014/main" id="{C964DC76-D32B-534A-BA70-5CB9C61AE743}"/>
              </a:ext>
            </a:extLst>
          </p:cNvPr>
          <p:cNvSpPr>
            <a:spLocks noGrp="1"/>
          </p:cNvSpPr>
          <p:nvPr>
            <p:ph type="body" sz="quarter" idx="16" hasCustomPrompt="1"/>
          </p:nvPr>
        </p:nvSpPr>
        <p:spPr>
          <a:xfrm>
            <a:off x="8136835" y="5550478"/>
            <a:ext cx="3597966" cy="621721"/>
          </a:xfrm>
          <a:prstGeom prst="rect">
            <a:avLst/>
          </a:prstGeom>
          <a:solidFill>
            <a:schemeClr val="accent1"/>
          </a:solidFill>
        </p:spPr>
        <p:txBody>
          <a:bodyPr lIns="108000" tIns="108000" rIns="108000" bIns="108000">
            <a:noAutofit/>
          </a:bodyPr>
          <a:lstStyle>
            <a:lvl1pPr marL="0" indent="0">
              <a:lnSpc>
                <a:spcPct val="100000"/>
              </a:lnSpc>
              <a:spcBef>
                <a:spcPts val="0"/>
              </a:spcBef>
              <a:spcAft>
                <a:spcPts val="0"/>
              </a:spcAft>
              <a:buFontTx/>
              <a:buNone/>
              <a:defRPr sz="1300">
                <a:solidFill>
                  <a:schemeClr val="bg2"/>
                </a:solidFill>
              </a:defRPr>
            </a:lvl1pPr>
          </a:lstStyle>
          <a:p>
            <a:pPr lvl="0"/>
            <a:r>
              <a:rPr lang="es-ES" dirty="0"/>
              <a:t>Texto</a:t>
            </a:r>
          </a:p>
        </p:txBody>
      </p:sp>
      <p:sp>
        <p:nvSpPr>
          <p:cNvPr id="16" name="Marcador de posición de imagen 9">
            <a:extLst>
              <a:ext uri="{FF2B5EF4-FFF2-40B4-BE49-F238E27FC236}">
                <a16:creationId xmlns:a16="http://schemas.microsoft.com/office/drawing/2014/main" id="{927C432E-D065-7049-8202-2ADA5B18D827}"/>
              </a:ext>
            </a:extLst>
          </p:cNvPr>
          <p:cNvSpPr>
            <a:spLocks noGrp="1"/>
          </p:cNvSpPr>
          <p:nvPr>
            <p:ph type="pic" sz="quarter" idx="17" hasCustomPrompt="1"/>
          </p:nvPr>
        </p:nvSpPr>
        <p:spPr>
          <a:xfrm>
            <a:off x="8136835" y="3846443"/>
            <a:ext cx="3597966" cy="170403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2458952"/>
            <a:ext cx="3597965" cy="200055"/>
          </a:xfrm>
          <a:prstGeom prst="rect">
            <a:avLst/>
          </a:prstGeom>
          <a:noFill/>
          <a:ln>
            <a:noFill/>
          </a:ln>
        </p:spPr>
        <p:txBody>
          <a:bodyPr wrap="square" lIns="0" tIns="0" rIns="0" bIns="0" numCol="4">
            <a:spAutoFit/>
          </a:bodyPr>
          <a:lstStyle>
            <a:lvl1pPr marL="0" indent="0" algn="ctr">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 </a:t>
            </a:r>
          </a:p>
          <a:p>
            <a:pPr lvl="0"/>
            <a:r>
              <a:rPr lang="es-ES" dirty="0"/>
              <a:t>Texto</a:t>
            </a:r>
          </a:p>
          <a:p>
            <a:pPr lvl="0"/>
            <a:r>
              <a:rPr lang="es-ES" dirty="0"/>
              <a:t>Texto</a:t>
            </a:r>
          </a:p>
          <a:p>
            <a:pPr lvl="0"/>
            <a:r>
              <a:rPr lang="es-ES" dirty="0"/>
              <a:t>Texto</a:t>
            </a:r>
          </a:p>
        </p:txBody>
      </p:sp>
      <p:sp>
        <p:nvSpPr>
          <p:cNvPr id="20" name="Marcador de texto 17">
            <a:extLst>
              <a:ext uri="{FF2B5EF4-FFF2-40B4-BE49-F238E27FC236}">
                <a16:creationId xmlns:a16="http://schemas.microsoft.com/office/drawing/2014/main" id="{70825632-C58B-FC45-BE47-34291A3F1AD9}"/>
              </a:ext>
            </a:extLst>
          </p:cNvPr>
          <p:cNvSpPr>
            <a:spLocks noGrp="1"/>
          </p:cNvSpPr>
          <p:nvPr>
            <p:ph type="body" sz="quarter" idx="19" hasCustomPrompt="1"/>
          </p:nvPr>
        </p:nvSpPr>
        <p:spPr>
          <a:xfrm>
            <a:off x="4297016"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1" name="Conector recto 20">
            <a:extLst>
              <a:ext uri="{FF2B5EF4-FFF2-40B4-BE49-F238E27FC236}">
                <a16:creationId xmlns:a16="http://schemas.microsoft.com/office/drawing/2014/main" id="{D7F03C65-9AD2-2F41-9A8B-01CD6D233731}"/>
              </a:ext>
            </a:extLst>
          </p:cNvPr>
          <p:cNvCxnSpPr>
            <a:cxnSpLocks/>
          </p:cNvCxnSpPr>
          <p:nvPr userDrawn="1"/>
        </p:nvCxnSpPr>
        <p:spPr>
          <a:xfrm>
            <a:off x="4297015"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Marcador de texto 17">
            <a:extLst>
              <a:ext uri="{FF2B5EF4-FFF2-40B4-BE49-F238E27FC236}">
                <a16:creationId xmlns:a16="http://schemas.microsoft.com/office/drawing/2014/main" id="{CDD6CA3E-FED1-654D-A543-0282791663B6}"/>
              </a:ext>
            </a:extLst>
          </p:cNvPr>
          <p:cNvSpPr>
            <a:spLocks noGrp="1"/>
          </p:cNvSpPr>
          <p:nvPr>
            <p:ph type="body" sz="quarter" idx="20" hasCustomPrompt="1"/>
          </p:nvPr>
        </p:nvSpPr>
        <p:spPr>
          <a:xfrm>
            <a:off x="4297016" y="2458952"/>
            <a:ext cx="3597965" cy="200055"/>
          </a:xfrm>
          <a:prstGeom prst="rect">
            <a:avLst/>
          </a:prstGeom>
          <a:noFill/>
          <a:ln>
            <a:noFill/>
          </a:ln>
        </p:spPr>
        <p:txBody>
          <a:bodyPr wrap="square" lIns="0" tIns="0" rIns="0" bIns="0" numCol="4">
            <a:spAutoFit/>
          </a:bodyPr>
          <a:lstStyle>
            <a:lvl1pPr marL="0" indent="0" algn="ctr">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 </a:t>
            </a:r>
          </a:p>
          <a:p>
            <a:pPr lvl="0"/>
            <a:r>
              <a:rPr lang="es-ES" dirty="0"/>
              <a:t>Texto</a:t>
            </a:r>
          </a:p>
          <a:p>
            <a:pPr lvl="0"/>
            <a:r>
              <a:rPr lang="es-ES" dirty="0"/>
              <a:t>Texto</a:t>
            </a:r>
          </a:p>
          <a:p>
            <a:pPr lvl="0"/>
            <a:r>
              <a:rPr lang="es-ES" dirty="0"/>
              <a:t>Texto</a:t>
            </a:r>
          </a:p>
        </p:txBody>
      </p:sp>
      <p:sp>
        <p:nvSpPr>
          <p:cNvPr id="23" name="Marcador de texto 17">
            <a:extLst>
              <a:ext uri="{FF2B5EF4-FFF2-40B4-BE49-F238E27FC236}">
                <a16:creationId xmlns:a16="http://schemas.microsoft.com/office/drawing/2014/main" id="{870936B8-E2BF-E240-9296-E02A6216086C}"/>
              </a:ext>
            </a:extLst>
          </p:cNvPr>
          <p:cNvSpPr>
            <a:spLocks noGrp="1"/>
          </p:cNvSpPr>
          <p:nvPr>
            <p:ph type="body" sz="quarter" idx="21" hasCustomPrompt="1"/>
          </p:nvPr>
        </p:nvSpPr>
        <p:spPr>
          <a:xfrm>
            <a:off x="8136835" y="1667644"/>
            <a:ext cx="3597965" cy="430887"/>
          </a:xfrm>
          <a:prstGeom prst="rect">
            <a:avLst/>
          </a:prstGeom>
          <a:noFill/>
          <a:ln>
            <a:noFill/>
          </a:ln>
        </p:spPr>
        <p:txBody>
          <a:bodyPr wrap="square" lIns="0" tIns="0" rIns="0" bIns="0">
            <a:spAutoFit/>
          </a:bodyPr>
          <a:lstStyle>
            <a:lvl1pPr marL="0" indent="0" algn="ctr">
              <a:lnSpc>
                <a:spcPct val="100000"/>
              </a:lnSpc>
              <a:spcBef>
                <a:spcPts val="0"/>
              </a:spcBef>
              <a:spcAft>
                <a:spcPts val="0"/>
              </a:spcAft>
              <a:buFontTx/>
              <a:buNone/>
              <a:defRPr sz="2800" b="1" i="0">
                <a:solidFill>
                  <a:schemeClr val="tx2"/>
                </a:solidFill>
                <a:latin typeface="Calibri" panose="020F0502020204030204" pitchFamily="34" charset="0"/>
                <a:cs typeface="Calibri" panose="020F0502020204030204" pitchFamily="34" charset="0"/>
              </a:defRPr>
            </a:lvl1pPr>
          </a:lstStyle>
          <a:p>
            <a:pPr lvl="0"/>
            <a:r>
              <a:rPr lang="es-ES" dirty="0"/>
              <a:t>Texto</a:t>
            </a:r>
          </a:p>
        </p:txBody>
      </p:sp>
      <p:cxnSp>
        <p:nvCxnSpPr>
          <p:cNvPr id="24" name="Conector recto 23">
            <a:extLst>
              <a:ext uri="{FF2B5EF4-FFF2-40B4-BE49-F238E27FC236}">
                <a16:creationId xmlns:a16="http://schemas.microsoft.com/office/drawing/2014/main" id="{3D8F5C4A-009B-1749-8674-E3BA7E2AAB95}"/>
              </a:ext>
            </a:extLst>
          </p:cNvPr>
          <p:cNvCxnSpPr>
            <a:cxnSpLocks/>
          </p:cNvCxnSpPr>
          <p:nvPr userDrawn="1"/>
        </p:nvCxnSpPr>
        <p:spPr>
          <a:xfrm>
            <a:off x="8136835"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5" name="Marcador de texto 17">
            <a:extLst>
              <a:ext uri="{FF2B5EF4-FFF2-40B4-BE49-F238E27FC236}">
                <a16:creationId xmlns:a16="http://schemas.microsoft.com/office/drawing/2014/main" id="{DFDFB09F-66C3-4041-8371-A4628D9604A0}"/>
              </a:ext>
            </a:extLst>
          </p:cNvPr>
          <p:cNvSpPr>
            <a:spLocks noGrp="1"/>
          </p:cNvSpPr>
          <p:nvPr>
            <p:ph type="body" sz="quarter" idx="22" hasCustomPrompt="1"/>
          </p:nvPr>
        </p:nvSpPr>
        <p:spPr>
          <a:xfrm>
            <a:off x="8136835" y="2458952"/>
            <a:ext cx="3597965" cy="200055"/>
          </a:xfrm>
          <a:prstGeom prst="rect">
            <a:avLst/>
          </a:prstGeom>
          <a:noFill/>
          <a:ln>
            <a:noFill/>
          </a:ln>
        </p:spPr>
        <p:txBody>
          <a:bodyPr wrap="square" lIns="0" tIns="0" rIns="0" bIns="0" numCol="4">
            <a:spAutoFit/>
          </a:bodyPr>
          <a:lstStyle>
            <a:lvl1pPr marL="0" indent="0" algn="ctr">
              <a:lnSpc>
                <a:spcPct val="100000"/>
              </a:lnSpc>
              <a:spcBef>
                <a:spcPts val="0"/>
              </a:spcBef>
              <a:spcAft>
                <a:spcPts val="0"/>
              </a:spcAft>
              <a:buFontTx/>
              <a:buNone/>
              <a:defRPr sz="1300" b="0" i="0">
                <a:solidFill>
                  <a:schemeClr val="tx2"/>
                </a:solidFill>
                <a:latin typeface="Calibri" panose="020F0502020204030204" pitchFamily="34" charset="0"/>
                <a:cs typeface="Calibri" panose="020F0502020204030204" pitchFamily="34" charset="0"/>
              </a:defRPr>
            </a:lvl1pPr>
          </a:lstStyle>
          <a:p>
            <a:pPr lvl="0"/>
            <a:r>
              <a:rPr lang="es-ES" dirty="0"/>
              <a:t>Texto </a:t>
            </a:r>
          </a:p>
          <a:p>
            <a:pPr lvl="0"/>
            <a:r>
              <a:rPr lang="es-ES" dirty="0"/>
              <a:t>Texto</a:t>
            </a:r>
          </a:p>
          <a:p>
            <a:pPr lvl="0"/>
            <a:r>
              <a:rPr lang="es-ES" dirty="0"/>
              <a:t>Texto</a:t>
            </a:r>
          </a:p>
          <a:p>
            <a:pPr lvl="0"/>
            <a:r>
              <a:rPr lang="es-ES" dirty="0"/>
              <a:t>Texto</a:t>
            </a:r>
          </a:p>
        </p:txBody>
      </p:sp>
      <p:sp>
        <p:nvSpPr>
          <p:cNvPr id="28" name="Marcador de fecha 3">
            <a:extLst>
              <a:ext uri="{FF2B5EF4-FFF2-40B4-BE49-F238E27FC236}">
                <a16:creationId xmlns:a16="http://schemas.microsoft.com/office/drawing/2014/main" id="{7F2A91B8-AB0C-8445-88F6-06419C33D20A}"/>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bg1"/>
                </a:solidFill>
              </a:defRPr>
            </a:lvl1pPr>
          </a:lstStyle>
          <a:p>
            <a:r>
              <a:rPr lang="es-ES" dirty="0"/>
              <a:t>Fecha y Lugar</a:t>
            </a:r>
          </a:p>
        </p:txBody>
      </p:sp>
      <p:sp>
        <p:nvSpPr>
          <p:cNvPr id="29" name="Marcador de pie de página 4">
            <a:extLst>
              <a:ext uri="{FF2B5EF4-FFF2-40B4-BE49-F238E27FC236}">
                <a16:creationId xmlns:a16="http://schemas.microsoft.com/office/drawing/2014/main" id="{9D58B64E-E032-D64E-8B43-E42B1C67E970}"/>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bg1"/>
                </a:solidFill>
              </a:defRPr>
            </a:lvl1pPr>
          </a:lstStyle>
          <a:p>
            <a:r>
              <a:rPr lang="es-ES" dirty="0"/>
              <a:t>OHLA</a:t>
            </a:r>
          </a:p>
        </p:txBody>
      </p:sp>
      <p:sp>
        <p:nvSpPr>
          <p:cNvPr id="26" name="Título 1">
            <a:extLst>
              <a:ext uri="{FF2B5EF4-FFF2-40B4-BE49-F238E27FC236}">
                <a16:creationId xmlns:a16="http://schemas.microsoft.com/office/drawing/2014/main" id="{2097DCD6-3DFD-7C4D-9BB7-F4FD31D2CE73}"/>
              </a:ext>
            </a:extLst>
          </p:cNvPr>
          <p:cNvSpPr>
            <a:spLocks noGrp="1"/>
          </p:cNvSpPr>
          <p:nvPr>
            <p:ph type="ctrTitle" hasCustomPrompt="1"/>
          </p:nvPr>
        </p:nvSpPr>
        <p:spPr>
          <a:xfrm>
            <a:off x="457200" y="873516"/>
            <a:ext cx="5422739"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27" name="Imagen 2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185228052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iapositiva texto + imagen 7">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2460487"/>
            <a:ext cx="5353164"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35" name="Marcador de texto 17">
            <a:extLst>
              <a:ext uri="{FF2B5EF4-FFF2-40B4-BE49-F238E27FC236}">
                <a16:creationId xmlns:a16="http://schemas.microsoft.com/office/drawing/2014/main" id="{A4E45F24-7A78-4742-864E-0B022D883966}"/>
              </a:ext>
            </a:extLst>
          </p:cNvPr>
          <p:cNvSpPr>
            <a:spLocks noGrp="1"/>
          </p:cNvSpPr>
          <p:nvPr>
            <p:ph type="body" sz="quarter" idx="16" hasCustomPrompt="1"/>
          </p:nvPr>
        </p:nvSpPr>
        <p:spPr>
          <a:xfrm>
            <a:off x="6381635" y="6275603"/>
            <a:ext cx="5353163"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36" name="Marcador de posición de imagen 9">
            <a:extLst>
              <a:ext uri="{FF2B5EF4-FFF2-40B4-BE49-F238E27FC236}">
                <a16:creationId xmlns:a16="http://schemas.microsoft.com/office/drawing/2014/main" id="{8BA58BFF-F155-4142-9E7B-554F5F26534B}"/>
              </a:ext>
            </a:extLst>
          </p:cNvPr>
          <p:cNvSpPr>
            <a:spLocks noGrp="1"/>
          </p:cNvSpPr>
          <p:nvPr>
            <p:ph type="pic" sz="quarter" idx="17" hasCustomPrompt="1"/>
          </p:nvPr>
        </p:nvSpPr>
        <p:spPr>
          <a:xfrm>
            <a:off x="6381636" y="2336656"/>
            <a:ext cx="5353164" cy="3938940"/>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14" name="Marcador de fecha 3">
            <a:extLst>
              <a:ext uri="{FF2B5EF4-FFF2-40B4-BE49-F238E27FC236}">
                <a16:creationId xmlns:a16="http://schemas.microsoft.com/office/drawing/2014/main" id="{E9E1A291-38C7-0A44-BEE6-C3407965C62C}"/>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5" name="Marcador de pie de página 4">
            <a:extLst>
              <a:ext uri="{FF2B5EF4-FFF2-40B4-BE49-F238E27FC236}">
                <a16:creationId xmlns:a16="http://schemas.microsoft.com/office/drawing/2014/main" id="{7E609033-4ABC-1149-836F-A062BEAA36C6}"/>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25" name="Marcador de texto 17">
            <a:extLst>
              <a:ext uri="{FF2B5EF4-FFF2-40B4-BE49-F238E27FC236}">
                <a16:creationId xmlns:a16="http://schemas.microsoft.com/office/drawing/2014/main" id="{18151F98-B36D-4840-9248-457AC0E117C4}"/>
              </a:ext>
            </a:extLst>
          </p:cNvPr>
          <p:cNvSpPr>
            <a:spLocks noGrp="1"/>
          </p:cNvSpPr>
          <p:nvPr>
            <p:ph type="body" sz="quarter" idx="29" hasCustomPrompt="1"/>
          </p:nvPr>
        </p:nvSpPr>
        <p:spPr>
          <a:xfrm>
            <a:off x="457201" y="1286740"/>
            <a:ext cx="5353164"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6" name="Título 1">
            <a:extLst>
              <a:ext uri="{FF2B5EF4-FFF2-40B4-BE49-F238E27FC236}">
                <a16:creationId xmlns:a16="http://schemas.microsoft.com/office/drawing/2014/main" id="{BC29DB13-56FB-B74E-B47C-3D676199E555}"/>
              </a:ext>
            </a:extLst>
          </p:cNvPr>
          <p:cNvSpPr>
            <a:spLocks noGrp="1"/>
          </p:cNvSpPr>
          <p:nvPr>
            <p:ph type="ctrTitle" hasCustomPrompt="1"/>
          </p:nvPr>
        </p:nvSpPr>
        <p:spPr>
          <a:xfrm>
            <a:off x="457201" y="873516"/>
            <a:ext cx="5353164"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2" name="Imagen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397006537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Diapositiva texto + imagen 8">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2460487"/>
            <a:ext cx="5353164"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36" name="Marcador de posición de imagen 9">
            <a:extLst>
              <a:ext uri="{FF2B5EF4-FFF2-40B4-BE49-F238E27FC236}">
                <a16:creationId xmlns:a16="http://schemas.microsoft.com/office/drawing/2014/main" id="{8BA58BFF-F155-4142-9E7B-554F5F26534B}"/>
              </a:ext>
            </a:extLst>
          </p:cNvPr>
          <p:cNvSpPr>
            <a:spLocks noGrp="1"/>
          </p:cNvSpPr>
          <p:nvPr>
            <p:ph type="pic" sz="quarter" idx="17" hasCustomPrompt="1"/>
          </p:nvPr>
        </p:nvSpPr>
        <p:spPr>
          <a:xfrm>
            <a:off x="6381636" y="2336656"/>
            <a:ext cx="5353164"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42" name="Marcador de texto 17">
            <a:extLst>
              <a:ext uri="{FF2B5EF4-FFF2-40B4-BE49-F238E27FC236}">
                <a16:creationId xmlns:a16="http://schemas.microsoft.com/office/drawing/2014/main" id="{1824D511-8410-D844-801D-502B98EBF34C}"/>
              </a:ext>
            </a:extLst>
          </p:cNvPr>
          <p:cNvSpPr>
            <a:spLocks noGrp="1"/>
          </p:cNvSpPr>
          <p:nvPr>
            <p:ph type="body" sz="quarter" idx="21" hasCustomPrompt="1"/>
          </p:nvPr>
        </p:nvSpPr>
        <p:spPr>
          <a:xfrm>
            <a:off x="6381635" y="4078310"/>
            <a:ext cx="5353163"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46" name="Marcador de posición de imagen 9">
            <a:extLst>
              <a:ext uri="{FF2B5EF4-FFF2-40B4-BE49-F238E27FC236}">
                <a16:creationId xmlns:a16="http://schemas.microsoft.com/office/drawing/2014/main" id="{9BA58115-F7CD-1640-B71A-8C161D5B4B36}"/>
              </a:ext>
            </a:extLst>
          </p:cNvPr>
          <p:cNvSpPr>
            <a:spLocks noGrp="1"/>
          </p:cNvSpPr>
          <p:nvPr>
            <p:ph type="pic" sz="quarter" idx="22" hasCustomPrompt="1"/>
          </p:nvPr>
        </p:nvSpPr>
        <p:spPr>
          <a:xfrm>
            <a:off x="6381636" y="4534733"/>
            <a:ext cx="5353164"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47" name="Marcador de texto 17">
            <a:extLst>
              <a:ext uri="{FF2B5EF4-FFF2-40B4-BE49-F238E27FC236}">
                <a16:creationId xmlns:a16="http://schemas.microsoft.com/office/drawing/2014/main" id="{1F117D13-2205-C04A-BB3F-724180B20CAA}"/>
              </a:ext>
            </a:extLst>
          </p:cNvPr>
          <p:cNvSpPr>
            <a:spLocks noGrp="1"/>
          </p:cNvSpPr>
          <p:nvPr>
            <p:ph type="body" sz="quarter" idx="23" hasCustomPrompt="1"/>
          </p:nvPr>
        </p:nvSpPr>
        <p:spPr>
          <a:xfrm>
            <a:off x="6381635" y="6276387"/>
            <a:ext cx="5353163"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16" name="Marcador de fecha 3">
            <a:extLst>
              <a:ext uri="{FF2B5EF4-FFF2-40B4-BE49-F238E27FC236}">
                <a16:creationId xmlns:a16="http://schemas.microsoft.com/office/drawing/2014/main" id="{DEB21E5C-9AF0-724E-8BD3-240F43B796D5}"/>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7" name="Marcador de pie de página 4">
            <a:extLst>
              <a:ext uri="{FF2B5EF4-FFF2-40B4-BE49-F238E27FC236}">
                <a16:creationId xmlns:a16="http://schemas.microsoft.com/office/drawing/2014/main" id="{3EC8D86A-074E-F24F-9FF2-131434D1E6C6}"/>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20" name="Marcador de texto 17">
            <a:extLst>
              <a:ext uri="{FF2B5EF4-FFF2-40B4-BE49-F238E27FC236}">
                <a16:creationId xmlns:a16="http://schemas.microsoft.com/office/drawing/2014/main" id="{E2C70575-77F0-E947-A21E-8D9858FD88E3}"/>
              </a:ext>
            </a:extLst>
          </p:cNvPr>
          <p:cNvSpPr>
            <a:spLocks noGrp="1"/>
          </p:cNvSpPr>
          <p:nvPr>
            <p:ph type="body" sz="quarter" idx="29" hasCustomPrompt="1"/>
          </p:nvPr>
        </p:nvSpPr>
        <p:spPr>
          <a:xfrm>
            <a:off x="457201" y="1286740"/>
            <a:ext cx="5353164"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1" name="Título 1">
            <a:extLst>
              <a:ext uri="{FF2B5EF4-FFF2-40B4-BE49-F238E27FC236}">
                <a16:creationId xmlns:a16="http://schemas.microsoft.com/office/drawing/2014/main" id="{2478470D-53D4-8C46-BA15-E4EDF746CA24}"/>
              </a:ext>
            </a:extLst>
          </p:cNvPr>
          <p:cNvSpPr>
            <a:spLocks noGrp="1"/>
          </p:cNvSpPr>
          <p:nvPr>
            <p:ph type="ctrTitle" hasCustomPrompt="1"/>
          </p:nvPr>
        </p:nvSpPr>
        <p:spPr>
          <a:xfrm>
            <a:off x="457201" y="873516"/>
            <a:ext cx="5353164"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4" name="Imagen 1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69926857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apositiva texto + imagen 9">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2460487"/>
            <a:ext cx="5353165"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36" name="Marcador de posición de imagen 9">
            <a:extLst>
              <a:ext uri="{FF2B5EF4-FFF2-40B4-BE49-F238E27FC236}">
                <a16:creationId xmlns:a16="http://schemas.microsoft.com/office/drawing/2014/main" id="{8BA58BFF-F155-4142-9E7B-554F5F26534B}"/>
              </a:ext>
            </a:extLst>
          </p:cNvPr>
          <p:cNvSpPr>
            <a:spLocks noGrp="1"/>
          </p:cNvSpPr>
          <p:nvPr>
            <p:ph type="pic" sz="quarter" idx="17" hasCustomPrompt="1"/>
          </p:nvPr>
        </p:nvSpPr>
        <p:spPr>
          <a:xfrm>
            <a:off x="6381636" y="2312385"/>
            <a:ext cx="2618848"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42" name="Marcador de texto 17">
            <a:extLst>
              <a:ext uri="{FF2B5EF4-FFF2-40B4-BE49-F238E27FC236}">
                <a16:creationId xmlns:a16="http://schemas.microsoft.com/office/drawing/2014/main" id="{1824D511-8410-D844-801D-502B98EBF34C}"/>
              </a:ext>
            </a:extLst>
          </p:cNvPr>
          <p:cNvSpPr>
            <a:spLocks noGrp="1"/>
          </p:cNvSpPr>
          <p:nvPr>
            <p:ph type="body" sz="quarter" idx="21" hasCustomPrompt="1"/>
          </p:nvPr>
        </p:nvSpPr>
        <p:spPr>
          <a:xfrm>
            <a:off x="6381635" y="4054039"/>
            <a:ext cx="2618847"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46" name="Marcador de posición de imagen 9">
            <a:extLst>
              <a:ext uri="{FF2B5EF4-FFF2-40B4-BE49-F238E27FC236}">
                <a16:creationId xmlns:a16="http://schemas.microsoft.com/office/drawing/2014/main" id="{9BA58115-F7CD-1640-B71A-8C161D5B4B36}"/>
              </a:ext>
            </a:extLst>
          </p:cNvPr>
          <p:cNvSpPr>
            <a:spLocks noGrp="1"/>
          </p:cNvSpPr>
          <p:nvPr>
            <p:ph type="pic" sz="quarter" idx="22" hasCustomPrompt="1"/>
          </p:nvPr>
        </p:nvSpPr>
        <p:spPr>
          <a:xfrm>
            <a:off x="6381636" y="4510462"/>
            <a:ext cx="2618848"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50" name="Marcador de posición de imagen 9">
            <a:extLst>
              <a:ext uri="{FF2B5EF4-FFF2-40B4-BE49-F238E27FC236}">
                <a16:creationId xmlns:a16="http://schemas.microsoft.com/office/drawing/2014/main" id="{AF6415DB-2F87-A24D-BB3D-6A5AEC4887AE}"/>
              </a:ext>
            </a:extLst>
          </p:cNvPr>
          <p:cNvSpPr>
            <a:spLocks noGrp="1"/>
          </p:cNvSpPr>
          <p:nvPr>
            <p:ph type="pic" sz="quarter" idx="24" hasCustomPrompt="1"/>
          </p:nvPr>
        </p:nvSpPr>
        <p:spPr>
          <a:xfrm>
            <a:off x="9115952" y="2312385"/>
            <a:ext cx="2618848"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47" name="Marcador de texto 17">
            <a:extLst>
              <a:ext uri="{FF2B5EF4-FFF2-40B4-BE49-F238E27FC236}">
                <a16:creationId xmlns:a16="http://schemas.microsoft.com/office/drawing/2014/main" id="{1F117D13-2205-C04A-BB3F-724180B20CAA}"/>
              </a:ext>
            </a:extLst>
          </p:cNvPr>
          <p:cNvSpPr>
            <a:spLocks noGrp="1"/>
          </p:cNvSpPr>
          <p:nvPr>
            <p:ph type="body" sz="quarter" idx="23" hasCustomPrompt="1"/>
          </p:nvPr>
        </p:nvSpPr>
        <p:spPr>
          <a:xfrm>
            <a:off x="6381636" y="6252116"/>
            <a:ext cx="2618848"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51" name="Marcador de texto 17">
            <a:extLst>
              <a:ext uri="{FF2B5EF4-FFF2-40B4-BE49-F238E27FC236}">
                <a16:creationId xmlns:a16="http://schemas.microsoft.com/office/drawing/2014/main" id="{42547E42-92DD-DA4F-AC51-2BD3D245FDB4}"/>
              </a:ext>
            </a:extLst>
          </p:cNvPr>
          <p:cNvSpPr>
            <a:spLocks noGrp="1"/>
          </p:cNvSpPr>
          <p:nvPr>
            <p:ph type="body" sz="quarter" idx="25" hasCustomPrompt="1"/>
          </p:nvPr>
        </p:nvSpPr>
        <p:spPr>
          <a:xfrm>
            <a:off x="9115952" y="4054039"/>
            <a:ext cx="2618848"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53" name="Marcador de texto 17">
            <a:extLst>
              <a:ext uri="{FF2B5EF4-FFF2-40B4-BE49-F238E27FC236}">
                <a16:creationId xmlns:a16="http://schemas.microsoft.com/office/drawing/2014/main" id="{D31403C6-61DE-FD4E-A5D7-996E273BC980}"/>
              </a:ext>
            </a:extLst>
          </p:cNvPr>
          <p:cNvSpPr>
            <a:spLocks noGrp="1"/>
          </p:cNvSpPr>
          <p:nvPr>
            <p:ph type="body" sz="quarter" idx="27" hasCustomPrompt="1"/>
          </p:nvPr>
        </p:nvSpPr>
        <p:spPr>
          <a:xfrm>
            <a:off x="9115952" y="6252116"/>
            <a:ext cx="2618848"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57" name="Marcador de posición de imagen 9">
            <a:extLst>
              <a:ext uri="{FF2B5EF4-FFF2-40B4-BE49-F238E27FC236}">
                <a16:creationId xmlns:a16="http://schemas.microsoft.com/office/drawing/2014/main" id="{2DC787A2-5883-604B-AF3A-FEF810AF2BE4}"/>
              </a:ext>
            </a:extLst>
          </p:cNvPr>
          <p:cNvSpPr>
            <a:spLocks noGrp="1"/>
          </p:cNvSpPr>
          <p:nvPr>
            <p:ph type="pic" sz="quarter" idx="28" hasCustomPrompt="1"/>
          </p:nvPr>
        </p:nvSpPr>
        <p:spPr>
          <a:xfrm>
            <a:off x="9115952" y="4510462"/>
            <a:ext cx="2618848"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60" name="Marcador de fecha 3">
            <a:extLst>
              <a:ext uri="{FF2B5EF4-FFF2-40B4-BE49-F238E27FC236}">
                <a16:creationId xmlns:a16="http://schemas.microsoft.com/office/drawing/2014/main" id="{66575DB8-FFFA-7349-8511-187C3583E75E}"/>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61" name="Marcador de pie de página 4">
            <a:extLst>
              <a:ext uri="{FF2B5EF4-FFF2-40B4-BE49-F238E27FC236}">
                <a16:creationId xmlns:a16="http://schemas.microsoft.com/office/drawing/2014/main" id="{4C30BFE5-8D12-5546-B67F-B748DBD48D49}"/>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20" name="Marcador de texto 17">
            <a:extLst>
              <a:ext uri="{FF2B5EF4-FFF2-40B4-BE49-F238E27FC236}">
                <a16:creationId xmlns:a16="http://schemas.microsoft.com/office/drawing/2014/main" id="{9E9E8E87-C06C-E243-86AF-9FDD09E901A8}"/>
              </a:ext>
            </a:extLst>
          </p:cNvPr>
          <p:cNvSpPr>
            <a:spLocks noGrp="1"/>
          </p:cNvSpPr>
          <p:nvPr>
            <p:ph type="body" sz="quarter" idx="29" hasCustomPrompt="1"/>
          </p:nvPr>
        </p:nvSpPr>
        <p:spPr>
          <a:xfrm>
            <a:off x="457200" y="1286740"/>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1" name="Título 1">
            <a:extLst>
              <a:ext uri="{FF2B5EF4-FFF2-40B4-BE49-F238E27FC236}">
                <a16:creationId xmlns:a16="http://schemas.microsoft.com/office/drawing/2014/main" id="{7C13D8CF-C0A5-EE47-A396-61E55404180F}"/>
              </a:ext>
            </a:extLst>
          </p:cNvPr>
          <p:cNvSpPr>
            <a:spLocks noGrp="1"/>
          </p:cNvSpPr>
          <p:nvPr>
            <p:ph type="ctrTitle" hasCustomPrompt="1"/>
          </p:nvPr>
        </p:nvSpPr>
        <p:spPr>
          <a:xfrm>
            <a:off x="457200" y="873516"/>
            <a:ext cx="5353165"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9" name="Imagen 18"/>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206251871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apositiva texto + imagen 10">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4744952"/>
            <a:ext cx="5353165" cy="243656"/>
          </a:xfrm>
          <a:prstGeom prst="rect">
            <a:avLst/>
          </a:prstGeom>
          <a:noFill/>
          <a:ln>
            <a:noFill/>
          </a:ln>
        </p:spPr>
        <p:txBody>
          <a:bodyPr wrap="square" lIns="0" tIns="0" rIns="0" bIns="0" numCol="1">
            <a:spAutoFit/>
          </a:bodyPr>
          <a:lstStyle>
            <a:lvl1pPr marL="0" indent="0" algn="l">
              <a:lnSpc>
                <a:spcPts val="1860"/>
              </a:lnSpc>
              <a:spcBef>
                <a:spcPts val="0"/>
              </a:spcBef>
              <a:spcAft>
                <a:spcPts val="0"/>
              </a:spcAft>
              <a:buFontTx/>
              <a:buNone/>
              <a:defRPr sz="1800" b="0" i="0">
                <a:solidFill>
                  <a:schemeClr val="tx2"/>
                </a:solidFill>
                <a:latin typeface="Calibri" panose="020F0502020204030204" pitchFamily="34" charset="0"/>
                <a:cs typeface="Calibri" panose="020F0502020204030204" pitchFamily="34" charset="0"/>
              </a:defRPr>
            </a:lvl1pPr>
          </a:lstStyle>
          <a:p>
            <a:pPr lvl="0"/>
            <a:r>
              <a:rPr lang="es-ES" dirty="0"/>
              <a:t>Texto destacado</a:t>
            </a:r>
          </a:p>
        </p:txBody>
      </p: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2460487"/>
            <a:ext cx="5353164"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cxnSp>
        <p:nvCxnSpPr>
          <p:cNvPr id="33" name="Conector recto 32">
            <a:extLst>
              <a:ext uri="{FF2B5EF4-FFF2-40B4-BE49-F238E27FC236}">
                <a16:creationId xmlns:a16="http://schemas.microsoft.com/office/drawing/2014/main" id="{D8888B64-37BB-5F44-99D3-A05910248920}"/>
              </a:ext>
            </a:extLst>
          </p:cNvPr>
          <p:cNvCxnSpPr>
            <a:cxnSpLocks/>
          </p:cNvCxnSpPr>
          <p:nvPr userDrawn="1"/>
        </p:nvCxnSpPr>
        <p:spPr>
          <a:xfrm>
            <a:off x="457200" y="4613864"/>
            <a:ext cx="5353166" cy="0"/>
          </a:xfrm>
          <a:prstGeom prst="line">
            <a:avLst/>
          </a:prstGeom>
          <a:ln w="200025">
            <a:solidFill>
              <a:schemeClr val="tx2"/>
            </a:solidFill>
          </a:ln>
        </p:spPr>
        <p:style>
          <a:lnRef idx="1">
            <a:schemeClr val="accent1"/>
          </a:lnRef>
          <a:fillRef idx="0">
            <a:schemeClr val="accent1"/>
          </a:fillRef>
          <a:effectRef idx="0">
            <a:schemeClr val="accent1"/>
          </a:effectRef>
          <a:fontRef idx="minor">
            <a:schemeClr val="tx1"/>
          </a:fontRef>
        </p:style>
      </p:cxnSp>
      <p:sp>
        <p:nvSpPr>
          <p:cNvPr id="35" name="Marcador de texto 17">
            <a:extLst>
              <a:ext uri="{FF2B5EF4-FFF2-40B4-BE49-F238E27FC236}">
                <a16:creationId xmlns:a16="http://schemas.microsoft.com/office/drawing/2014/main" id="{A4E45F24-7A78-4742-864E-0B022D883966}"/>
              </a:ext>
            </a:extLst>
          </p:cNvPr>
          <p:cNvSpPr>
            <a:spLocks noGrp="1"/>
          </p:cNvSpPr>
          <p:nvPr>
            <p:ph type="body" sz="quarter" idx="16" hasCustomPrompt="1"/>
          </p:nvPr>
        </p:nvSpPr>
        <p:spPr>
          <a:xfrm>
            <a:off x="6381635" y="6275603"/>
            <a:ext cx="5353163"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36" name="Marcador de posición de imagen 9">
            <a:extLst>
              <a:ext uri="{FF2B5EF4-FFF2-40B4-BE49-F238E27FC236}">
                <a16:creationId xmlns:a16="http://schemas.microsoft.com/office/drawing/2014/main" id="{8BA58BFF-F155-4142-9E7B-554F5F26534B}"/>
              </a:ext>
            </a:extLst>
          </p:cNvPr>
          <p:cNvSpPr>
            <a:spLocks noGrp="1"/>
          </p:cNvSpPr>
          <p:nvPr>
            <p:ph type="pic" sz="quarter" idx="17" hasCustomPrompt="1"/>
          </p:nvPr>
        </p:nvSpPr>
        <p:spPr>
          <a:xfrm>
            <a:off x="6381636" y="2336656"/>
            <a:ext cx="5353164" cy="3938940"/>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14" name="Marcador de fecha 3">
            <a:extLst>
              <a:ext uri="{FF2B5EF4-FFF2-40B4-BE49-F238E27FC236}">
                <a16:creationId xmlns:a16="http://schemas.microsoft.com/office/drawing/2014/main" id="{E9E1A291-38C7-0A44-BEE6-C3407965C62C}"/>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5" name="Marcador de pie de página 4">
            <a:extLst>
              <a:ext uri="{FF2B5EF4-FFF2-40B4-BE49-F238E27FC236}">
                <a16:creationId xmlns:a16="http://schemas.microsoft.com/office/drawing/2014/main" id="{7E609033-4ABC-1149-836F-A062BEAA36C6}"/>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24" name="Marcador de texto 17">
            <a:extLst>
              <a:ext uri="{FF2B5EF4-FFF2-40B4-BE49-F238E27FC236}">
                <a16:creationId xmlns:a16="http://schemas.microsoft.com/office/drawing/2014/main" id="{D6F334FD-3837-ED4E-AB60-0F037E140C7B}"/>
              </a:ext>
            </a:extLst>
          </p:cNvPr>
          <p:cNvSpPr>
            <a:spLocks noGrp="1"/>
          </p:cNvSpPr>
          <p:nvPr>
            <p:ph type="body" sz="quarter" idx="29" hasCustomPrompt="1"/>
          </p:nvPr>
        </p:nvSpPr>
        <p:spPr>
          <a:xfrm>
            <a:off x="457201" y="1286740"/>
            <a:ext cx="5353164"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5" name="Título 1">
            <a:extLst>
              <a:ext uri="{FF2B5EF4-FFF2-40B4-BE49-F238E27FC236}">
                <a16:creationId xmlns:a16="http://schemas.microsoft.com/office/drawing/2014/main" id="{3952D6F0-B00A-AB49-9C36-507DCA71E597}"/>
              </a:ext>
            </a:extLst>
          </p:cNvPr>
          <p:cNvSpPr>
            <a:spLocks noGrp="1"/>
          </p:cNvSpPr>
          <p:nvPr>
            <p:ph type="ctrTitle" hasCustomPrompt="1"/>
          </p:nvPr>
        </p:nvSpPr>
        <p:spPr>
          <a:xfrm>
            <a:off x="457201" y="873516"/>
            <a:ext cx="5353164"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6" name="Imagen 1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13951171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iapositiva texto + imagen 11">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4744952"/>
            <a:ext cx="5353165" cy="243656"/>
          </a:xfrm>
          <a:prstGeom prst="rect">
            <a:avLst/>
          </a:prstGeom>
          <a:noFill/>
          <a:ln>
            <a:noFill/>
          </a:ln>
        </p:spPr>
        <p:txBody>
          <a:bodyPr wrap="square" lIns="0" tIns="0" rIns="0" bIns="0" numCol="1">
            <a:spAutoFit/>
          </a:bodyPr>
          <a:lstStyle>
            <a:lvl1pPr marL="0" indent="0" algn="l">
              <a:lnSpc>
                <a:spcPts val="1860"/>
              </a:lnSpc>
              <a:spcBef>
                <a:spcPts val="0"/>
              </a:spcBef>
              <a:spcAft>
                <a:spcPts val="0"/>
              </a:spcAft>
              <a:buFontTx/>
              <a:buNone/>
              <a:defRPr sz="1800" b="0" i="0">
                <a:solidFill>
                  <a:schemeClr val="tx2"/>
                </a:solidFill>
                <a:latin typeface="Calibri" panose="020F0502020204030204" pitchFamily="34" charset="0"/>
                <a:cs typeface="Calibri" panose="020F0502020204030204" pitchFamily="34" charset="0"/>
              </a:defRPr>
            </a:lvl1pPr>
          </a:lstStyle>
          <a:p>
            <a:pPr lvl="0"/>
            <a:r>
              <a:rPr lang="es-ES" dirty="0"/>
              <a:t>Texto destacado</a:t>
            </a:r>
          </a:p>
        </p:txBody>
      </p: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2460487"/>
            <a:ext cx="5353164"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cxnSp>
        <p:nvCxnSpPr>
          <p:cNvPr id="33" name="Conector recto 32">
            <a:extLst>
              <a:ext uri="{FF2B5EF4-FFF2-40B4-BE49-F238E27FC236}">
                <a16:creationId xmlns:a16="http://schemas.microsoft.com/office/drawing/2014/main" id="{D8888B64-37BB-5F44-99D3-A05910248920}"/>
              </a:ext>
            </a:extLst>
          </p:cNvPr>
          <p:cNvCxnSpPr>
            <a:cxnSpLocks/>
          </p:cNvCxnSpPr>
          <p:nvPr userDrawn="1"/>
        </p:nvCxnSpPr>
        <p:spPr>
          <a:xfrm>
            <a:off x="457200" y="4613864"/>
            <a:ext cx="5353166" cy="0"/>
          </a:xfrm>
          <a:prstGeom prst="line">
            <a:avLst/>
          </a:prstGeom>
          <a:ln w="200025">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Marcador de posición de imagen 9">
            <a:extLst>
              <a:ext uri="{FF2B5EF4-FFF2-40B4-BE49-F238E27FC236}">
                <a16:creationId xmlns:a16="http://schemas.microsoft.com/office/drawing/2014/main" id="{8BA58BFF-F155-4142-9E7B-554F5F26534B}"/>
              </a:ext>
            </a:extLst>
          </p:cNvPr>
          <p:cNvSpPr>
            <a:spLocks noGrp="1"/>
          </p:cNvSpPr>
          <p:nvPr>
            <p:ph type="pic" sz="quarter" idx="17" hasCustomPrompt="1"/>
          </p:nvPr>
        </p:nvSpPr>
        <p:spPr>
          <a:xfrm>
            <a:off x="6381636" y="2336656"/>
            <a:ext cx="5353164"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42" name="Marcador de texto 17">
            <a:extLst>
              <a:ext uri="{FF2B5EF4-FFF2-40B4-BE49-F238E27FC236}">
                <a16:creationId xmlns:a16="http://schemas.microsoft.com/office/drawing/2014/main" id="{1824D511-8410-D844-801D-502B98EBF34C}"/>
              </a:ext>
            </a:extLst>
          </p:cNvPr>
          <p:cNvSpPr>
            <a:spLocks noGrp="1"/>
          </p:cNvSpPr>
          <p:nvPr>
            <p:ph type="body" sz="quarter" idx="21" hasCustomPrompt="1"/>
          </p:nvPr>
        </p:nvSpPr>
        <p:spPr>
          <a:xfrm>
            <a:off x="6381635" y="4078310"/>
            <a:ext cx="5353163"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46" name="Marcador de posición de imagen 9">
            <a:extLst>
              <a:ext uri="{FF2B5EF4-FFF2-40B4-BE49-F238E27FC236}">
                <a16:creationId xmlns:a16="http://schemas.microsoft.com/office/drawing/2014/main" id="{9BA58115-F7CD-1640-B71A-8C161D5B4B36}"/>
              </a:ext>
            </a:extLst>
          </p:cNvPr>
          <p:cNvSpPr>
            <a:spLocks noGrp="1"/>
          </p:cNvSpPr>
          <p:nvPr>
            <p:ph type="pic" sz="quarter" idx="22" hasCustomPrompt="1"/>
          </p:nvPr>
        </p:nvSpPr>
        <p:spPr>
          <a:xfrm>
            <a:off x="6381636" y="4534733"/>
            <a:ext cx="5353164"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47" name="Marcador de texto 17">
            <a:extLst>
              <a:ext uri="{FF2B5EF4-FFF2-40B4-BE49-F238E27FC236}">
                <a16:creationId xmlns:a16="http://schemas.microsoft.com/office/drawing/2014/main" id="{1F117D13-2205-C04A-BB3F-724180B20CAA}"/>
              </a:ext>
            </a:extLst>
          </p:cNvPr>
          <p:cNvSpPr>
            <a:spLocks noGrp="1"/>
          </p:cNvSpPr>
          <p:nvPr>
            <p:ph type="body" sz="quarter" idx="23" hasCustomPrompt="1"/>
          </p:nvPr>
        </p:nvSpPr>
        <p:spPr>
          <a:xfrm>
            <a:off x="6381635" y="6276387"/>
            <a:ext cx="5353163"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16" name="Marcador de fecha 3">
            <a:extLst>
              <a:ext uri="{FF2B5EF4-FFF2-40B4-BE49-F238E27FC236}">
                <a16:creationId xmlns:a16="http://schemas.microsoft.com/office/drawing/2014/main" id="{DEB21E5C-9AF0-724E-8BD3-240F43B796D5}"/>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7" name="Marcador de pie de página 4">
            <a:extLst>
              <a:ext uri="{FF2B5EF4-FFF2-40B4-BE49-F238E27FC236}">
                <a16:creationId xmlns:a16="http://schemas.microsoft.com/office/drawing/2014/main" id="{3EC8D86A-074E-F24F-9FF2-131434D1E6C6}"/>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24" name="Marcador de texto 17">
            <a:extLst>
              <a:ext uri="{FF2B5EF4-FFF2-40B4-BE49-F238E27FC236}">
                <a16:creationId xmlns:a16="http://schemas.microsoft.com/office/drawing/2014/main" id="{31993C9C-122C-0E4C-88C4-DC039223E97F}"/>
              </a:ext>
            </a:extLst>
          </p:cNvPr>
          <p:cNvSpPr>
            <a:spLocks noGrp="1"/>
          </p:cNvSpPr>
          <p:nvPr>
            <p:ph type="body" sz="quarter" idx="29" hasCustomPrompt="1"/>
          </p:nvPr>
        </p:nvSpPr>
        <p:spPr>
          <a:xfrm>
            <a:off x="457201" y="1286740"/>
            <a:ext cx="5353164"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5" name="Título 1">
            <a:extLst>
              <a:ext uri="{FF2B5EF4-FFF2-40B4-BE49-F238E27FC236}">
                <a16:creationId xmlns:a16="http://schemas.microsoft.com/office/drawing/2014/main" id="{1D98BAE0-94A2-4044-A8B2-D00CF573E7ED}"/>
              </a:ext>
            </a:extLst>
          </p:cNvPr>
          <p:cNvSpPr>
            <a:spLocks noGrp="1"/>
          </p:cNvSpPr>
          <p:nvPr>
            <p:ph type="ctrTitle" hasCustomPrompt="1"/>
          </p:nvPr>
        </p:nvSpPr>
        <p:spPr>
          <a:xfrm>
            <a:off x="457201" y="873516"/>
            <a:ext cx="5353164"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20" name="Imagen 19"/>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127110558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apositiva texto + imagen 12">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Marcador de texto 17">
            <a:extLst>
              <a:ext uri="{FF2B5EF4-FFF2-40B4-BE49-F238E27FC236}">
                <a16:creationId xmlns:a16="http://schemas.microsoft.com/office/drawing/2014/main" id="{5BC86A33-4E90-2944-A81E-42A6A60FB820}"/>
              </a:ext>
            </a:extLst>
          </p:cNvPr>
          <p:cNvSpPr>
            <a:spLocks noGrp="1"/>
          </p:cNvSpPr>
          <p:nvPr>
            <p:ph type="body" sz="quarter" idx="18" hasCustomPrompt="1"/>
          </p:nvPr>
        </p:nvSpPr>
        <p:spPr>
          <a:xfrm>
            <a:off x="457200" y="4744952"/>
            <a:ext cx="5353165" cy="243656"/>
          </a:xfrm>
          <a:prstGeom prst="rect">
            <a:avLst/>
          </a:prstGeom>
          <a:noFill/>
          <a:ln>
            <a:noFill/>
          </a:ln>
        </p:spPr>
        <p:txBody>
          <a:bodyPr wrap="square" lIns="0" tIns="0" rIns="0" bIns="0" numCol="1">
            <a:spAutoFit/>
          </a:bodyPr>
          <a:lstStyle>
            <a:lvl1pPr marL="0" indent="0" algn="l">
              <a:lnSpc>
                <a:spcPts val="1860"/>
              </a:lnSpc>
              <a:spcBef>
                <a:spcPts val="0"/>
              </a:spcBef>
              <a:spcAft>
                <a:spcPts val="0"/>
              </a:spcAft>
              <a:buFontTx/>
              <a:buNone/>
              <a:defRPr sz="1800" b="0" i="0">
                <a:solidFill>
                  <a:schemeClr val="tx2"/>
                </a:solidFill>
                <a:latin typeface="Calibri" panose="020F0502020204030204" pitchFamily="34" charset="0"/>
                <a:cs typeface="Calibri" panose="020F0502020204030204" pitchFamily="34" charset="0"/>
              </a:defRPr>
            </a:lvl1pPr>
          </a:lstStyle>
          <a:p>
            <a:pPr lvl="0"/>
            <a:r>
              <a:rPr lang="es-ES" dirty="0"/>
              <a:t>Texto destacado</a:t>
            </a:r>
          </a:p>
        </p:txBody>
      </p: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2460487"/>
            <a:ext cx="5353165"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cxnSp>
        <p:nvCxnSpPr>
          <p:cNvPr id="33" name="Conector recto 32">
            <a:extLst>
              <a:ext uri="{FF2B5EF4-FFF2-40B4-BE49-F238E27FC236}">
                <a16:creationId xmlns:a16="http://schemas.microsoft.com/office/drawing/2014/main" id="{D8888B64-37BB-5F44-99D3-A05910248920}"/>
              </a:ext>
            </a:extLst>
          </p:cNvPr>
          <p:cNvCxnSpPr>
            <a:cxnSpLocks/>
          </p:cNvCxnSpPr>
          <p:nvPr userDrawn="1"/>
        </p:nvCxnSpPr>
        <p:spPr>
          <a:xfrm>
            <a:off x="457200" y="4613864"/>
            <a:ext cx="5353166" cy="0"/>
          </a:xfrm>
          <a:prstGeom prst="line">
            <a:avLst/>
          </a:prstGeom>
          <a:ln w="200025">
            <a:solidFill>
              <a:schemeClr val="tx2"/>
            </a:solidFill>
          </a:ln>
        </p:spPr>
        <p:style>
          <a:lnRef idx="1">
            <a:schemeClr val="accent1"/>
          </a:lnRef>
          <a:fillRef idx="0">
            <a:schemeClr val="accent1"/>
          </a:fillRef>
          <a:effectRef idx="0">
            <a:schemeClr val="accent1"/>
          </a:effectRef>
          <a:fontRef idx="minor">
            <a:schemeClr val="tx1"/>
          </a:fontRef>
        </p:style>
      </p:cxnSp>
      <p:sp>
        <p:nvSpPr>
          <p:cNvPr id="36" name="Marcador de posición de imagen 9">
            <a:extLst>
              <a:ext uri="{FF2B5EF4-FFF2-40B4-BE49-F238E27FC236}">
                <a16:creationId xmlns:a16="http://schemas.microsoft.com/office/drawing/2014/main" id="{8BA58BFF-F155-4142-9E7B-554F5F26534B}"/>
              </a:ext>
            </a:extLst>
          </p:cNvPr>
          <p:cNvSpPr>
            <a:spLocks noGrp="1"/>
          </p:cNvSpPr>
          <p:nvPr>
            <p:ph type="pic" sz="quarter" idx="17" hasCustomPrompt="1"/>
          </p:nvPr>
        </p:nvSpPr>
        <p:spPr>
          <a:xfrm>
            <a:off x="6381636" y="2312385"/>
            <a:ext cx="2618848"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42" name="Marcador de texto 17">
            <a:extLst>
              <a:ext uri="{FF2B5EF4-FFF2-40B4-BE49-F238E27FC236}">
                <a16:creationId xmlns:a16="http://schemas.microsoft.com/office/drawing/2014/main" id="{1824D511-8410-D844-801D-502B98EBF34C}"/>
              </a:ext>
            </a:extLst>
          </p:cNvPr>
          <p:cNvSpPr>
            <a:spLocks noGrp="1"/>
          </p:cNvSpPr>
          <p:nvPr>
            <p:ph type="body" sz="quarter" idx="21" hasCustomPrompt="1"/>
          </p:nvPr>
        </p:nvSpPr>
        <p:spPr>
          <a:xfrm>
            <a:off x="6381635" y="4054039"/>
            <a:ext cx="2618847"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46" name="Marcador de posición de imagen 9">
            <a:extLst>
              <a:ext uri="{FF2B5EF4-FFF2-40B4-BE49-F238E27FC236}">
                <a16:creationId xmlns:a16="http://schemas.microsoft.com/office/drawing/2014/main" id="{9BA58115-F7CD-1640-B71A-8C161D5B4B36}"/>
              </a:ext>
            </a:extLst>
          </p:cNvPr>
          <p:cNvSpPr>
            <a:spLocks noGrp="1"/>
          </p:cNvSpPr>
          <p:nvPr>
            <p:ph type="pic" sz="quarter" idx="22" hasCustomPrompt="1"/>
          </p:nvPr>
        </p:nvSpPr>
        <p:spPr>
          <a:xfrm>
            <a:off x="6381636" y="4510462"/>
            <a:ext cx="2618848"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50" name="Marcador de posición de imagen 9">
            <a:extLst>
              <a:ext uri="{FF2B5EF4-FFF2-40B4-BE49-F238E27FC236}">
                <a16:creationId xmlns:a16="http://schemas.microsoft.com/office/drawing/2014/main" id="{AF6415DB-2F87-A24D-BB3D-6A5AEC4887AE}"/>
              </a:ext>
            </a:extLst>
          </p:cNvPr>
          <p:cNvSpPr>
            <a:spLocks noGrp="1"/>
          </p:cNvSpPr>
          <p:nvPr>
            <p:ph type="pic" sz="quarter" idx="24" hasCustomPrompt="1"/>
          </p:nvPr>
        </p:nvSpPr>
        <p:spPr>
          <a:xfrm>
            <a:off x="9115952" y="2312385"/>
            <a:ext cx="2618848"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47" name="Marcador de texto 17">
            <a:extLst>
              <a:ext uri="{FF2B5EF4-FFF2-40B4-BE49-F238E27FC236}">
                <a16:creationId xmlns:a16="http://schemas.microsoft.com/office/drawing/2014/main" id="{1F117D13-2205-C04A-BB3F-724180B20CAA}"/>
              </a:ext>
            </a:extLst>
          </p:cNvPr>
          <p:cNvSpPr>
            <a:spLocks noGrp="1"/>
          </p:cNvSpPr>
          <p:nvPr>
            <p:ph type="body" sz="quarter" idx="23" hasCustomPrompt="1"/>
          </p:nvPr>
        </p:nvSpPr>
        <p:spPr>
          <a:xfrm>
            <a:off x="6381636" y="6252116"/>
            <a:ext cx="2618848"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51" name="Marcador de texto 17">
            <a:extLst>
              <a:ext uri="{FF2B5EF4-FFF2-40B4-BE49-F238E27FC236}">
                <a16:creationId xmlns:a16="http://schemas.microsoft.com/office/drawing/2014/main" id="{42547E42-92DD-DA4F-AC51-2BD3D245FDB4}"/>
              </a:ext>
            </a:extLst>
          </p:cNvPr>
          <p:cNvSpPr>
            <a:spLocks noGrp="1"/>
          </p:cNvSpPr>
          <p:nvPr>
            <p:ph type="body" sz="quarter" idx="25" hasCustomPrompt="1"/>
          </p:nvPr>
        </p:nvSpPr>
        <p:spPr>
          <a:xfrm>
            <a:off x="9115952" y="4054039"/>
            <a:ext cx="2618848"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53" name="Marcador de texto 17">
            <a:extLst>
              <a:ext uri="{FF2B5EF4-FFF2-40B4-BE49-F238E27FC236}">
                <a16:creationId xmlns:a16="http://schemas.microsoft.com/office/drawing/2014/main" id="{D31403C6-61DE-FD4E-A5D7-996E273BC980}"/>
              </a:ext>
            </a:extLst>
          </p:cNvPr>
          <p:cNvSpPr>
            <a:spLocks noGrp="1"/>
          </p:cNvSpPr>
          <p:nvPr>
            <p:ph type="body" sz="quarter" idx="27" hasCustomPrompt="1"/>
          </p:nvPr>
        </p:nvSpPr>
        <p:spPr>
          <a:xfrm>
            <a:off x="9115952" y="6252116"/>
            <a:ext cx="2618848"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57" name="Marcador de posición de imagen 9">
            <a:extLst>
              <a:ext uri="{FF2B5EF4-FFF2-40B4-BE49-F238E27FC236}">
                <a16:creationId xmlns:a16="http://schemas.microsoft.com/office/drawing/2014/main" id="{2DC787A2-5883-604B-AF3A-FEF810AF2BE4}"/>
              </a:ext>
            </a:extLst>
          </p:cNvPr>
          <p:cNvSpPr>
            <a:spLocks noGrp="1"/>
          </p:cNvSpPr>
          <p:nvPr>
            <p:ph type="pic" sz="quarter" idx="28" hasCustomPrompt="1"/>
          </p:nvPr>
        </p:nvSpPr>
        <p:spPr>
          <a:xfrm>
            <a:off x="9115952" y="4510462"/>
            <a:ext cx="2618848" cy="1741654"/>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60" name="Marcador de fecha 3">
            <a:extLst>
              <a:ext uri="{FF2B5EF4-FFF2-40B4-BE49-F238E27FC236}">
                <a16:creationId xmlns:a16="http://schemas.microsoft.com/office/drawing/2014/main" id="{66575DB8-FFFA-7349-8511-187C3583E75E}"/>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61" name="Marcador de pie de página 4">
            <a:extLst>
              <a:ext uri="{FF2B5EF4-FFF2-40B4-BE49-F238E27FC236}">
                <a16:creationId xmlns:a16="http://schemas.microsoft.com/office/drawing/2014/main" id="{4C30BFE5-8D12-5546-B67F-B748DBD48D49}"/>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22" name="Marcador de texto 17">
            <a:extLst>
              <a:ext uri="{FF2B5EF4-FFF2-40B4-BE49-F238E27FC236}">
                <a16:creationId xmlns:a16="http://schemas.microsoft.com/office/drawing/2014/main" id="{53F9F3AE-8FD3-3848-9AAB-FE91C76F2709}"/>
              </a:ext>
            </a:extLst>
          </p:cNvPr>
          <p:cNvSpPr>
            <a:spLocks noGrp="1"/>
          </p:cNvSpPr>
          <p:nvPr>
            <p:ph type="body" sz="quarter" idx="29" hasCustomPrompt="1"/>
          </p:nvPr>
        </p:nvSpPr>
        <p:spPr>
          <a:xfrm>
            <a:off x="457200" y="1286740"/>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3" name="Título 1">
            <a:extLst>
              <a:ext uri="{FF2B5EF4-FFF2-40B4-BE49-F238E27FC236}">
                <a16:creationId xmlns:a16="http://schemas.microsoft.com/office/drawing/2014/main" id="{AA181A47-7230-6A4E-A017-805E6F0FDF32}"/>
              </a:ext>
            </a:extLst>
          </p:cNvPr>
          <p:cNvSpPr>
            <a:spLocks noGrp="1"/>
          </p:cNvSpPr>
          <p:nvPr>
            <p:ph type="ctrTitle" hasCustomPrompt="1"/>
          </p:nvPr>
        </p:nvSpPr>
        <p:spPr>
          <a:xfrm>
            <a:off x="457200" y="873516"/>
            <a:ext cx="5353165"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20" name="Imagen 19"/>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338610331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iapositiva texto + imagen 13">
    <p:spTree>
      <p:nvGrpSpPr>
        <p:cNvPr id="1" name=""/>
        <p:cNvGrpSpPr/>
        <p:nvPr/>
      </p:nvGrpSpPr>
      <p:grpSpPr>
        <a:xfrm>
          <a:off x="0" y="0"/>
          <a:ext cx="0" cy="0"/>
          <a:chOff x="0" y="0"/>
          <a:chExt cx="0" cy="0"/>
        </a:xfrm>
      </p:grpSpPr>
      <p:sp>
        <p:nvSpPr>
          <p:cNvPr id="18" name="Marcador de texto 17">
            <a:extLst>
              <a:ext uri="{FF2B5EF4-FFF2-40B4-BE49-F238E27FC236}">
                <a16:creationId xmlns:a16="http://schemas.microsoft.com/office/drawing/2014/main" id="{B0D05F50-41A3-8347-8285-36E500B14194}"/>
              </a:ext>
            </a:extLst>
          </p:cNvPr>
          <p:cNvSpPr>
            <a:spLocks noGrp="1"/>
          </p:cNvSpPr>
          <p:nvPr>
            <p:ph type="body" sz="quarter" idx="10" hasCustomPrompt="1"/>
          </p:nvPr>
        </p:nvSpPr>
        <p:spPr>
          <a:xfrm>
            <a:off x="457200"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6" name="Conector recto 5">
            <a:extLst>
              <a:ext uri="{FF2B5EF4-FFF2-40B4-BE49-F238E27FC236}">
                <a16:creationId xmlns:a16="http://schemas.microsoft.com/office/drawing/2014/main" id="{BD81BBFF-515C-294B-B2B7-6C59450F4FF4}"/>
              </a:ext>
            </a:extLst>
          </p:cNvPr>
          <p:cNvCxnSpPr>
            <a:cxnSpLocks/>
          </p:cNvCxnSpPr>
          <p:nvPr userDrawn="1"/>
        </p:nvCxnSpPr>
        <p:spPr>
          <a:xfrm>
            <a:off x="457200"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1" y="2460487"/>
            <a:ext cx="3174274"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14" name="Marcador de posición de imagen 9">
            <a:extLst>
              <a:ext uri="{FF2B5EF4-FFF2-40B4-BE49-F238E27FC236}">
                <a16:creationId xmlns:a16="http://schemas.microsoft.com/office/drawing/2014/main" id="{476E3720-9B66-214E-92F7-64965E43D7AF}"/>
              </a:ext>
            </a:extLst>
          </p:cNvPr>
          <p:cNvSpPr>
            <a:spLocks noGrp="1"/>
          </p:cNvSpPr>
          <p:nvPr>
            <p:ph type="pic" sz="quarter" idx="17" hasCustomPrompt="1"/>
          </p:nvPr>
        </p:nvSpPr>
        <p:spPr>
          <a:xfrm>
            <a:off x="3719145" y="2438449"/>
            <a:ext cx="2091219" cy="162358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16" name="Marcador de texto 17">
            <a:extLst>
              <a:ext uri="{FF2B5EF4-FFF2-40B4-BE49-F238E27FC236}">
                <a16:creationId xmlns:a16="http://schemas.microsoft.com/office/drawing/2014/main" id="{54E5A094-DCC6-F440-81D5-004FD80D60B6}"/>
              </a:ext>
            </a:extLst>
          </p:cNvPr>
          <p:cNvSpPr>
            <a:spLocks noGrp="1"/>
          </p:cNvSpPr>
          <p:nvPr>
            <p:ph type="body" sz="quarter" idx="20" hasCustomPrompt="1"/>
          </p:nvPr>
        </p:nvSpPr>
        <p:spPr>
          <a:xfrm>
            <a:off x="6381636" y="2015704"/>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17" name="Conector recto 16">
            <a:extLst>
              <a:ext uri="{FF2B5EF4-FFF2-40B4-BE49-F238E27FC236}">
                <a16:creationId xmlns:a16="http://schemas.microsoft.com/office/drawing/2014/main" id="{1058CE30-AF5D-5B4D-8E5E-ABC60836D4FD}"/>
              </a:ext>
            </a:extLst>
          </p:cNvPr>
          <p:cNvCxnSpPr>
            <a:cxnSpLocks/>
          </p:cNvCxnSpPr>
          <p:nvPr userDrawn="1"/>
        </p:nvCxnSpPr>
        <p:spPr>
          <a:xfrm>
            <a:off x="6381636" y="2336656"/>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20" name="Marcador de texto 17">
            <a:extLst>
              <a:ext uri="{FF2B5EF4-FFF2-40B4-BE49-F238E27FC236}">
                <a16:creationId xmlns:a16="http://schemas.microsoft.com/office/drawing/2014/main" id="{EE4A8FD5-5C6E-244E-8217-2AA112129E0E}"/>
              </a:ext>
            </a:extLst>
          </p:cNvPr>
          <p:cNvSpPr>
            <a:spLocks noGrp="1"/>
          </p:cNvSpPr>
          <p:nvPr>
            <p:ph type="body" sz="quarter" idx="21" hasCustomPrompt="1"/>
          </p:nvPr>
        </p:nvSpPr>
        <p:spPr>
          <a:xfrm>
            <a:off x="6381637" y="2460487"/>
            <a:ext cx="3162958"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29" name="Marcador de texto 17">
            <a:extLst>
              <a:ext uri="{FF2B5EF4-FFF2-40B4-BE49-F238E27FC236}">
                <a16:creationId xmlns:a16="http://schemas.microsoft.com/office/drawing/2014/main" id="{304455F7-7DD8-DB46-A3D9-5F6E7E9D0110}"/>
              </a:ext>
            </a:extLst>
          </p:cNvPr>
          <p:cNvSpPr>
            <a:spLocks noGrp="1"/>
          </p:cNvSpPr>
          <p:nvPr>
            <p:ph type="body" sz="quarter" idx="23" hasCustomPrompt="1"/>
          </p:nvPr>
        </p:nvSpPr>
        <p:spPr>
          <a:xfrm>
            <a:off x="457200" y="4037935"/>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21" name="Marcador de posición de imagen 9">
            <a:extLst>
              <a:ext uri="{FF2B5EF4-FFF2-40B4-BE49-F238E27FC236}">
                <a16:creationId xmlns:a16="http://schemas.microsoft.com/office/drawing/2014/main" id="{AA0B2550-2B8D-9A45-AE22-31260411B585}"/>
              </a:ext>
            </a:extLst>
          </p:cNvPr>
          <p:cNvSpPr>
            <a:spLocks noGrp="1"/>
          </p:cNvSpPr>
          <p:nvPr>
            <p:ph type="pic" sz="quarter" idx="22" hasCustomPrompt="1"/>
          </p:nvPr>
        </p:nvSpPr>
        <p:spPr>
          <a:xfrm>
            <a:off x="9643581" y="2438449"/>
            <a:ext cx="2091219" cy="162358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cxnSp>
        <p:nvCxnSpPr>
          <p:cNvPr id="30" name="Conector recto 29">
            <a:extLst>
              <a:ext uri="{FF2B5EF4-FFF2-40B4-BE49-F238E27FC236}">
                <a16:creationId xmlns:a16="http://schemas.microsoft.com/office/drawing/2014/main" id="{4232B015-7B61-704A-AB5C-88E224C65D16}"/>
              </a:ext>
            </a:extLst>
          </p:cNvPr>
          <p:cNvCxnSpPr>
            <a:cxnSpLocks/>
          </p:cNvCxnSpPr>
          <p:nvPr userDrawn="1"/>
        </p:nvCxnSpPr>
        <p:spPr>
          <a:xfrm>
            <a:off x="457200" y="4358887"/>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31" name="Marcador de texto 17">
            <a:extLst>
              <a:ext uri="{FF2B5EF4-FFF2-40B4-BE49-F238E27FC236}">
                <a16:creationId xmlns:a16="http://schemas.microsoft.com/office/drawing/2014/main" id="{EE246D16-2802-5841-8009-478143B453A2}"/>
              </a:ext>
            </a:extLst>
          </p:cNvPr>
          <p:cNvSpPr>
            <a:spLocks noGrp="1"/>
          </p:cNvSpPr>
          <p:nvPr>
            <p:ph type="body" sz="quarter" idx="24" hasCustomPrompt="1"/>
          </p:nvPr>
        </p:nvSpPr>
        <p:spPr>
          <a:xfrm>
            <a:off x="457201" y="4482718"/>
            <a:ext cx="3174274"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34" name="Marcador de posición de imagen 9">
            <a:extLst>
              <a:ext uri="{FF2B5EF4-FFF2-40B4-BE49-F238E27FC236}">
                <a16:creationId xmlns:a16="http://schemas.microsoft.com/office/drawing/2014/main" id="{97DE732C-04F4-CD41-9B32-CA89710AB284}"/>
              </a:ext>
            </a:extLst>
          </p:cNvPr>
          <p:cNvSpPr>
            <a:spLocks noGrp="1"/>
          </p:cNvSpPr>
          <p:nvPr>
            <p:ph type="pic" sz="quarter" idx="25" hasCustomPrompt="1"/>
          </p:nvPr>
        </p:nvSpPr>
        <p:spPr>
          <a:xfrm>
            <a:off x="3719145" y="4460680"/>
            <a:ext cx="2091219" cy="162358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38" name="Marcador de texto 17">
            <a:extLst>
              <a:ext uri="{FF2B5EF4-FFF2-40B4-BE49-F238E27FC236}">
                <a16:creationId xmlns:a16="http://schemas.microsoft.com/office/drawing/2014/main" id="{AE1C7D65-C062-254E-BDFF-1B1A8CB05D17}"/>
              </a:ext>
            </a:extLst>
          </p:cNvPr>
          <p:cNvSpPr>
            <a:spLocks noGrp="1"/>
          </p:cNvSpPr>
          <p:nvPr>
            <p:ph type="body" sz="quarter" idx="26" hasCustomPrompt="1"/>
          </p:nvPr>
        </p:nvSpPr>
        <p:spPr>
          <a:xfrm>
            <a:off x="6381636" y="4037935"/>
            <a:ext cx="5353165"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cxnSp>
        <p:nvCxnSpPr>
          <p:cNvPr id="39" name="Conector recto 38">
            <a:extLst>
              <a:ext uri="{FF2B5EF4-FFF2-40B4-BE49-F238E27FC236}">
                <a16:creationId xmlns:a16="http://schemas.microsoft.com/office/drawing/2014/main" id="{36797A17-5ED2-9D44-8F83-0F58BB0F4249}"/>
              </a:ext>
            </a:extLst>
          </p:cNvPr>
          <p:cNvCxnSpPr>
            <a:cxnSpLocks/>
          </p:cNvCxnSpPr>
          <p:nvPr userDrawn="1"/>
        </p:nvCxnSpPr>
        <p:spPr>
          <a:xfrm>
            <a:off x="6381636" y="4358887"/>
            <a:ext cx="53531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Marcador de texto 17">
            <a:extLst>
              <a:ext uri="{FF2B5EF4-FFF2-40B4-BE49-F238E27FC236}">
                <a16:creationId xmlns:a16="http://schemas.microsoft.com/office/drawing/2014/main" id="{3AAB9086-BE5A-1D4F-A012-F6A45F51E2B5}"/>
              </a:ext>
            </a:extLst>
          </p:cNvPr>
          <p:cNvSpPr>
            <a:spLocks noGrp="1"/>
          </p:cNvSpPr>
          <p:nvPr>
            <p:ph type="body" sz="quarter" idx="27" hasCustomPrompt="1"/>
          </p:nvPr>
        </p:nvSpPr>
        <p:spPr>
          <a:xfrm>
            <a:off x="6381637" y="4482718"/>
            <a:ext cx="3162958"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sp>
        <p:nvSpPr>
          <p:cNvPr id="41" name="Marcador de posición de imagen 9">
            <a:extLst>
              <a:ext uri="{FF2B5EF4-FFF2-40B4-BE49-F238E27FC236}">
                <a16:creationId xmlns:a16="http://schemas.microsoft.com/office/drawing/2014/main" id="{071F831F-BEBD-7241-9438-988FDADCC500}"/>
              </a:ext>
            </a:extLst>
          </p:cNvPr>
          <p:cNvSpPr>
            <a:spLocks noGrp="1"/>
          </p:cNvSpPr>
          <p:nvPr>
            <p:ph type="pic" sz="quarter" idx="28" hasCustomPrompt="1"/>
          </p:nvPr>
        </p:nvSpPr>
        <p:spPr>
          <a:xfrm>
            <a:off x="9643581" y="4460680"/>
            <a:ext cx="2091219" cy="1623585"/>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24" name="Marcador de fecha 3">
            <a:extLst>
              <a:ext uri="{FF2B5EF4-FFF2-40B4-BE49-F238E27FC236}">
                <a16:creationId xmlns:a16="http://schemas.microsoft.com/office/drawing/2014/main" id="{CF3232AB-9EED-634B-9710-25B3C1D2B232}"/>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25" name="Marcador de pie de página 4">
            <a:extLst>
              <a:ext uri="{FF2B5EF4-FFF2-40B4-BE49-F238E27FC236}">
                <a16:creationId xmlns:a16="http://schemas.microsoft.com/office/drawing/2014/main" id="{1FAB55A1-783B-EB45-BA03-EFAC88657D09}"/>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33" name="Marcador de texto 17">
            <a:extLst>
              <a:ext uri="{FF2B5EF4-FFF2-40B4-BE49-F238E27FC236}">
                <a16:creationId xmlns:a16="http://schemas.microsoft.com/office/drawing/2014/main" id="{ABF6DB7B-831D-D84C-B51B-5CBE5DA52A09}"/>
              </a:ext>
            </a:extLst>
          </p:cNvPr>
          <p:cNvSpPr>
            <a:spLocks noGrp="1"/>
          </p:cNvSpPr>
          <p:nvPr>
            <p:ph type="body" sz="quarter" idx="29" hasCustomPrompt="1"/>
          </p:nvPr>
        </p:nvSpPr>
        <p:spPr>
          <a:xfrm>
            <a:off x="457201" y="1286740"/>
            <a:ext cx="5353164"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35" name="Título 1">
            <a:extLst>
              <a:ext uri="{FF2B5EF4-FFF2-40B4-BE49-F238E27FC236}">
                <a16:creationId xmlns:a16="http://schemas.microsoft.com/office/drawing/2014/main" id="{04EAB0EA-A4CF-564C-BD33-EA89814AF68C}"/>
              </a:ext>
            </a:extLst>
          </p:cNvPr>
          <p:cNvSpPr>
            <a:spLocks noGrp="1"/>
          </p:cNvSpPr>
          <p:nvPr>
            <p:ph type="ctrTitle" hasCustomPrompt="1"/>
          </p:nvPr>
        </p:nvSpPr>
        <p:spPr>
          <a:xfrm>
            <a:off x="457201" y="873516"/>
            <a:ext cx="5353164"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23" name="Imagen 22"/>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192700000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apositiva texto + imagen 14">
    <p:spTree>
      <p:nvGrpSpPr>
        <p:cNvPr id="1" name=""/>
        <p:cNvGrpSpPr/>
        <p:nvPr/>
      </p:nvGrpSpPr>
      <p:grpSpPr>
        <a:xfrm>
          <a:off x="0" y="0"/>
          <a:ext cx="0" cy="0"/>
          <a:chOff x="0" y="0"/>
          <a:chExt cx="0" cy="0"/>
        </a:xfrm>
      </p:grpSpPr>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2460487"/>
            <a:ext cx="3389313" cy="200055"/>
          </a:xfrm>
          <a:prstGeom prst="rect">
            <a:avLst/>
          </a:prstGeom>
        </p:spPr>
        <p:txBody>
          <a:bodyPr lIns="0" tIns="0" rIns="0" bIns="0">
            <a:spAutoFit/>
          </a:bodyPr>
          <a:lstStyle>
            <a:lvl1pPr marL="0" indent="0">
              <a:lnSpc>
                <a:spcPct val="100000"/>
              </a:lnSpc>
              <a:spcBef>
                <a:spcPts val="0"/>
              </a:spcBef>
              <a:spcAft>
                <a:spcPts val="0"/>
              </a:spcAft>
              <a:buFontTx/>
              <a:buNone/>
              <a:defRPr sz="1300">
                <a:solidFill>
                  <a:schemeClr val="tx2"/>
                </a:solidFill>
              </a:defRPr>
            </a:lvl1pPr>
          </a:lstStyle>
          <a:p>
            <a:pPr lvl="0"/>
            <a:r>
              <a:rPr lang="es-ES" dirty="0"/>
              <a:t>Texto</a:t>
            </a:r>
          </a:p>
        </p:txBody>
      </p:sp>
      <p:sp>
        <p:nvSpPr>
          <p:cNvPr id="21" name="Marcador de posición de imagen 9">
            <a:extLst>
              <a:ext uri="{FF2B5EF4-FFF2-40B4-BE49-F238E27FC236}">
                <a16:creationId xmlns:a16="http://schemas.microsoft.com/office/drawing/2014/main" id="{AA0B2550-2B8D-9A45-AE22-31260411B585}"/>
              </a:ext>
            </a:extLst>
          </p:cNvPr>
          <p:cNvSpPr>
            <a:spLocks noGrp="1"/>
          </p:cNvSpPr>
          <p:nvPr>
            <p:ph type="pic" sz="quarter" idx="22" hasCustomPrompt="1"/>
          </p:nvPr>
        </p:nvSpPr>
        <p:spPr>
          <a:xfrm>
            <a:off x="8245654" y="2336656"/>
            <a:ext cx="3597966" cy="1717379"/>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31" name="Marcador de texto 17">
            <a:extLst>
              <a:ext uri="{FF2B5EF4-FFF2-40B4-BE49-F238E27FC236}">
                <a16:creationId xmlns:a16="http://schemas.microsoft.com/office/drawing/2014/main" id="{EE246D16-2802-5841-8009-478143B453A2}"/>
              </a:ext>
            </a:extLst>
          </p:cNvPr>
          <p:cNvSpPr>
            <a:spLocks noGrp="1"/>
          </p:cNvSpPr>
          <p:nvPr>
            <p:ph type="body" sz="quarter" idx="24" hasCustomPrompt="1"/>
          </p:nvPr>
        </p:nvSpPr>
        <p:spPr>
          <a:xfrm>
            <a:off x="4351427" y="2447886"/>
            <a:ext cx="3597966" cy="200055"/>
          </a:xfrm>
          <a:prstGeom prst="rect">
            <a:avLst/>
          </a:prstGeom>
        </p:spPr>
        <p:txBody>
          <a:bodyPr wrap="square" lIns="0" tIns="0" rIns="0" bIns="0">
            <a:spAutoFit/>
          </a:bodyPr>
          <a:lstStyle>
            <a:lvl1pPr marL="0" indent="0">
              <a:lnSpc>
                <a:spcPct val="100000"/>
              </a:lnSpc>
              <a:spcBef>
                <a:spcPts val="0"/>
              </a:spcBef>
              <a:spcAft>
                <a:spcPts val="0"/>
              </a:spcAft>
              <a:buFontTx/>
              <a:buNone/>
              <a:defRPr sz="1300">
                <a:solidFill>
                  <a:schemeClr val="tx2"/>
                </a:solidFill>
              </a:defRPr>
            </a:lvl1pPr>
          </a:lstStyle>
          <a:p>
            <a:pPr lvl="0"/>
            <a:r>
              <a:rPr lang="es-ES" dirty="0"/>
              <a:t>Subtítulo</a:t>
            </a:r>
          </a:p>
        </p:txBody>
      </p:sp>
      <p:sp>
        <p:nvSpPr>
          <p:cNvPr id="40" name="Marcador de texto 17">
            <a:extLst>
              <a:ext uri="{FF2B5EF4-FFF2-40B4-BE49-F238E27FC236}">
                <a16:creationId xmlns:a16="http://schemas.microsoft.com/office/drawing/2014/main" id="{3AAB9086-BE5A-1D4F-A012-F6A45F51E2B5}"/>
              </a:ext>
            </a:extLst>
          </p:cNvPr>
          <p:cNvSpPr>
            <a:spLocks noGrp="1"/>
          </p:cNvSpPr>
          <p:nvPr>
            <p:ph type="body" sz="quarter" idx="27" hasCustomPrompt="1"/>
          </p:nvPr>
        </p:nvSpPr>
        <p:spPr>
          <a:xfrm>
            <a:off x="4351426" y="2653409"/>
            <a:ext cx="3597966" cy="805349"/>
          </a:xfrm>
          <a:prstGeom prst="rect">
            <a:avLst/>
          </a:prstGeom>
        </p:spPr>
        <p:txBody>
          <a:bodyPr wrap="square"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cxnSp>
        <p:nvCxnSpPr>
          <p:cNvPr id="45" name="Conector recto 44">
            <a:extLst>
              <a:ext uri="{FF2B5EF4-FFF2-40B4-BE49-F238E27FC236}">
                <a16:creationId xmlns:a16="http://schemas.microsoft.com/office/drawing/2014/main" id="{964BE05D-B263-9145-880F-11CB53E76586}"/>
              </a:ext>
            </a:extLst>
          </p:cNvPr>
          <p:cNvCxnSpPr>
            <a:cxnSpLocks/>
          </p:cNvCxnSpPr>
          <p:nvPr userDrawn="1"/>
        </p:nvCxnSpPr>
        <p:spPr>
          <a:xfrm>
            <a:off x="457200"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EA264B47-6F11-CE41-8F63-07533A293496}"/>
              </a:ext>
            </a:extLst>
          </p:cNvPr>
          <p:cNvCxnSpPr>
            <a:cxnSpLocks/>
          </p:cNvCxnSpPr>
          <p:nvPr userDrawn="1"/>
        </p:nvCxnSpPr>
        <p:spPr>
          <a:xfrm>
            <a:off x="4351427"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8" name="Marcador de texto 17">
            <a:extLst>
              <a:ext uri="{FF2B5EF4-FFF2-40B4-BE49-F238E27FC236}">
                <a16:creationId xmlns:a16="http://schemas.microsoft.com/office/drawing/2014/main" id="{4A61AD54-AE38-284C-BC95-17950258EE33}"/>
              </a:ext>
            </a:extLst>
          </p:cNvPr>
          <p:cNvSpPr>
            <a:spLocks noGrp="1"/>
          </p:cNvSpPr>
          <p:nvPr>
            <p:ph type="body" sz="quarter" idx="21" hasCustomPrompt="1"/>
          </p:nvPr>
        </p:nvSpPr>
        <p:spPr>
          <a:xfrm>
            <a:off x="8245654" y="4054039"/>
            <a:ext cx="3597966"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49" name="Marcador de posición de imagen 9">
            <a:extLst>
              <a:ext uri="{FF2B5EF4-FFF2-40B4-BE49-F238E27FC236}">
                <a16:creationId xmlns:a16="http://schemas.microsoft.com/office/drawing/2014/main" id="{CDE12242-5FE9-434F-BCD9-5F5A207FF890}"/>
              </a:ext>
            </a:extLst>
          </p:cNvPr>
          <p:cNvSpPr>
            <a:spLocks noGrp="1"/>
          </p:cNvSpPr>
          <p:nvPr>
            <p:ph type="pic" sz="quarter" idx="28" hasCustomPrompt="1"/>
          </p:nvPr>
        </p:nvSpPr>
        <p:spPr>
          <a:xfrm>
            <a:off x="8245654" y="4538681"/>
            <a:ext cx="3597966" cy="1717379"/>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50" name="Marcador de texto 17">
            <a:extLst>
              <a:ext uri="{FF2B5EF4-FFF2-40B4-BE49-F238E27FC236}">
                <a16:creationId xmlns:a16="http://schemas.microsoft.com/office/drawing/2014/main" id="{3BE6E1B0-BA0F-2247-B64B-1F2CB061A148}"/>
              </a:ext>
            </a:extLst>
          </p:cNvPr>
          <p:cNvSpPr>
            <a:spLocks noGrp="1"/>
          </p:cNvSpPr>
          <p:nvPr>
            <p:ph type="body" sz="quarter" idx="29" hasCustomPrompt="1"/>
          </p:nvPr>
        </p:nvSpPr>
        <p:spPr>
          <a:xfrm>
            <a:off x="8245654" y="6256064"/>
            <a:ext cx="3597966"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16" name="Marcador de fecha 3">
            <a:extLst>
              <a:ext uri="{FF2B5EF4-FFF2-40B4-BE49-F238E27FC236}">
                <a16:creationId xmlns:a16="http://schemas.microsoft.com/office/drawing/2014/main" id="{31BE8524-AF10-644E-8E88-47B6FE783D1D}"/>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7" name="Marcador de pie de página 4">
            <a:extLst>
              <a:ext uri="{FF2B5EF4-FFF2-40B4-BE49-F238E27FC236}">
                <a16:creationId xmlns:a16="http://schemas.microsoft.com/office/drawing/2014/main" id="{A4BA69A9-8745-1944-B9A5-87703BFABC3E}"/>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23" name="Marcador de texto 17">
            <a:extLst>
              <a:ext uri="{FF2B5EF4-FFF2-40B4-BE49-F238E27FC236}">
                <a16:creationId xmlns:a16="http://schemas.microsoft.com/office/drawing/2014/main" id="{7EC95510-7449-9D42-89C5-1DE5D1425DD1}"/>
              </a:ext>
            </a:extLst>
          </p:cNvPr>
          <p:cNvSpPr>
            <a:spLocks noGrp="1"/>
          </p:cNvSpPr>
          <p:nvPr>
            <p:ph type="body" sz="quarter" idx="30" hasCustomPrompt="1"/>
          </p:nvPr>
        </p:nvSpPr>
        <p:spPr>
          <a:xfrm>
            <a:off x="457200" y="1286740"/>
            <a:ext cx="7473281"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4" name="Título 1">
            <a:extLst>
              <a:ext uri="{FF2B5EF4-FFF2-40B4-BE49-F238E27FC236}">
                <a16:creationId xmlns:a16="http://schemas.microsoft.com/office/drawing/2014/main" id="{B2B9B2C0-AC93-A445-9CF7-8A03E8438F9F}"/>
              </a:ext>
            </a:extLst>
          </p:cNvPr>
          <p:cNvSpPr>
            <a:spLocks noGrp="1"/>
          </p:cNvSpPr>
          <p:nvPr>
            <p:ph type="ctrTitle" hasCustomPrompt="1"/>
          </p:nvPr>
        </p:nvSpPr>
        <p:spPr>
          <a:xfrm>
            <a:off x="457200" y="873516"/>
            <a:ext cx="7473281"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sp>
        <p:nvSpPr>
          <p:cNvPr id="18" name="Marcador de texto 17">
            <a:extLst>
              <a:ext uri="{FF2B5EF4-FFF2-40B4-BE49-F238E27FC236}">
                <a16:creationId xmlns:a16="http://schemas.microsoft.com/office/drawing/2014/main" id="{1A48A01D-2980-7143-968D-75F775CA99F2}"/>
              </a:ext>
            </a:extLst>
          </p:cNvPr>
          <p:cNvSpPr>
            <a:spLocks noGrp="1"/>
          </p:cNvSpPr>
          <p:nvPr>
            <p:ph type="body" sz="quarter" idx="10" hasCustomPrompt="1"/>
          </p:nvPr>
        </p:nvSpPr>
        <p:spPr>
          <a:xfrm>
            <a:off x="457201" y="2015704"/>
            <a:ext cx="3597966"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19" name="Marcador de texto 17">
            <a:extLst>
              <a:ext uri="{FF2B5EF4-FFF2-40B4-BE49-F238E27FC236}">
                <a16:creationId xmlns:a16="http://schemas.microsoft.com/office/drawing/2014/main" id="{25837F08-C1C5-4149-882D-AD02A33ED6C8}"/>
              </a:ext>
            </a:extLst>
          </p:cNvPr>
          <p:cNvSpPr>
            <a:spLocks noGrp="1"/>
          </p:cNvSpPr>
          <p:nvPr>
            <p:ph type="body" sz="quarter" idx="31" hasCustomPrompt="1"/>
          </p:nvPr>
        </p:nvSpPr>
        <p:spPr>
          <a:xfrm>
            <a:off x="4332515" y="2015704"/>
            <a:ext cx="3597966"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pic>
        <p:nvPicPr>
          <p:cNvPr id="20" name="Imagen 19"/>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386568875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apositiva texto + imagen 15">
    <p:spTree>
      <p:nvGrpSpPr>
        <p:cNvPr id="1" name=""/>
        <p:cNvGrpSpPr/>
        <p:nvPr/>
      </p:nvGrpSpPr>
      <p:grpSpPr>
        <a:xfrm>
          <a:off x="0" y="0"/>
          <a:ext cx="0" cy="0"/>
          <a:chOff x="0" y="0"/>
          <a:chExt cx="0" cy="0"/>
        </a:xfrm>
      </p:grpSpPr>
      <p:sp>
        <p:nvSpPr>
          <p:cNvPr id="32" name="Marcador de texto 17">
            <a:extLst>
              <a:ext uri="{FF2B5EF4-FFF2-40B4-BE49-F238E27FC236}">
                <a16:creationId xmlns:a16="http://schemas.microsoft.com/office/drawing/2014/main" id="{B673D4C9-4671-824A-ADA1-BD459DCCB2DC}"/>
              </a:ext>
            </a:extLst>
          </p:cNvPr>
          <p:cNvSpPr>
            <a:spLocks noGrp="1"/>
          </p:cNvSpPr>
          <p:nvPr>
            <p:ph type="body" sz="quarter" idx="11" hasCustomPrompt="1"/>
          </p:nvPr>
        </p:nvSpPr>
        <p:spPr>
          <a:xfrm>
            <a:off x="457200" y="2460487"/>
            <a:ext cx="3389313" cy="200055"/>
          </a:xfrm>
          <a:prstGeom prst="rect">
            <a:avLst/>
          </a:prstGeom>
        </p:spPr>
        <p:txBody>
          <a:bodyPr lIns="0" tIns="0" rIns="0" bIns="0">
            <a:spAutoFit/>
          </a:bodyPr>
          <a:lstStyle>
            <a:lvl1pPr marL="0" indent="0">
              <a:lnSpc>
                <a:spcPct val="100000"/>
              </a:lnSpc>
              <a:spcBef>
                <a:spcPts val="0"/>
              </a:spcBef>
              <a:spcAft>
                <a:spcPts val="0"/>
              </a:spcAft>
              <a:buFontTx/>
              <a:buNone/>
              <a:defRPr sz="1300">
                <a:solidFill>
                  <a:schemeClr val="tx2"/>
                </a:solidFill>
              </a:defRPr>
            </a:lvl1pPr>
          </a:lstStyle>
          <a:p>
            <a:pPr lvl="0"/>
            <a:r>
              <a:rPr lang="es-ES" dirty="0"/>
              <a:t>Texto</a:t>
            </a:r>
          </a:p>
        </p:txBody>
      </p:sp>
      <p:sp>
        <p:nvSpPr>
          <p:cNvPr id="21" name="Marcador de posición de imagen 9">
            <a:extLst>
              <a:ext uri="{FF2B5EF4-FFF2-40B4-BE49-F238E27FC236}">
                <a16:creationId xmlns:a16="http://schemas.microsoft.com/office/drawing/2014/main" id="{AA0B2550-2B8D-9A45-AE22-31260411B585}"/>
              </a:ext>
            </a:extLst>
          </p:cNvPr>
          <p:cNvSpPr>
            <a:spLocks noGrp="1"/>
          </p:cNvSpPr>
          <p:nvPr>
            <p:ph type="pic" sz="quarter" idx="22" hasCustomPrompt="1"/>
          </p:nvPr>
        </p:nvSpPr>
        <p:spPr>
          <a:xfrm>
            <a:off x="8245654" y="2336656"/>
            <a:ext cx="3597966" cy="3919401"/>
          </a:xfrm>
          <a:prstGeom prst="rect">
            <a:avLst/>
          </a:prstGeom>
          <a:solidFill>
            <a:schemeClr val="tx2">
              <a:lumMod val="20000"/>
              <a:lumOff val="80000"/>
            </a:schemeClr>
          </a:solidFill>
        </p:spPr>
        <p:txBody>
          <a:bodyPr lIns="0" tIns="1152000" rIns="0" bIns="0" anchor="t" anchorCtr="0"/>
          <a:lstStyle>
            <a:lvl1pPr marL="0" indent="0" algn="ctr">
              <a:buFontTx/>
              <a:buNone/>
              <a:defRPr sz="1100"/>
            </a:lvl1pPr>
          </a:lstStyle>
          <a:p>
            <a:r>
              <a:rPr lang="es-ES" dirty="0"/>
              <a:t>INSERTAR IMAGEN</a:t>
            </a:r>
          </a:p>
        </p:txBody>
      </p:sp>
      <p:sp>
        <p:nvSpPr>
          <p:cNvPr id="31" name="Marcador de texto 17">
            <a:extLst>
              <a:ext uri="{FF2B5EF4-FFF2-40B4-BE49-F238E27FC236}">
                <a16:creationId xmlns:a16="http://schemas.microsoft.com/office/drawing/2014/main" id="{EE246D16-2802-5841-8009-478143B453A2}"/>
              </a:ext>
            </a:extLst>
          </p:cNvPr>
          <p:cNvSpPr>
            <a:spLocks noGrp="1"/>
          </p:cNvSpPr>
          <p:nvPr>
            <p:ph type="body" sz="quarter" idx="24" hasCustomPrompt="1"/>
          </p:nvPr>
        </p:nvSpPr>
        <p:spPr>
          <a:xfrm>
            <a:off x="4351427" y="2447886"/>
            <a:ext cx="3389313" cy="200055"/>
          </a:xfrm>
          <a:prstGeom prst="rect">
            <a:avLst/>
          </a:prstGeom>
        </p:spPr>
        <p:txBody>
          <a:bodyPr lIns="0" tIns="0" rIns="0" bIns="0">
            <a:spAutoFit/>
          </a:bodyPr>
          <a:lstStyle>
            <a:lvl1pPr marL="0" indent="0">
              <a:lnSpc>
                <a:spcPct val="100000"/>
              </a:lnSpc>
              <a:spcBef>
                <a:spcPts val="0"/>
              </a:spcBef>
              <a:spcAft>
                <a:spcPts val="0"/>
              </a:spcAft>
              <a:buFontTx/>
              <a:buNone/>
              <a:defRPr sz="1300">
                <a:solidFill>
                  <a:schemeClr val="tx2"/>
                </a:solidFill>
              </a:defRPr>
            </a:lvl1pPr>
          </a:lstStyle>
          <a:p>
            <a:pPr lvl="0"/>
            <a:r>
              <a:rPr lang="es-ES" dirty="0"/>
              <a:t>Subtítulo</a:t>
            </a:r>
          </a:p>
        </p:txBody>
      </p:sp>
      <p:sp>
        <p:nvSpPr>
          <p:cNvPr id="40" name="Marcador de texto 17">
            <a:extLst>
              <a:ext uri="{FF2B5EF4-FFF2-40B4-BE49-F238E27FC236}">
                <a16:creationId xmlns:a16="http://schemas.microsoft.com/office/drawing/2014/main" id="{3AAB9086-BE5A-1D4F-A012-F6A45F51E2B5}"/>
              </a:ext>
            </a:extLst>
          </p:cNvPr>
          <p:cNvSpPr>
            <a:spLocks noGrp="1"/>
          </p:cNvSpPr>
          <p:nvPr>
            <p:ph type="body" sz="quarter" idx="27" hasCustomPrompt="1"/>
          </p:nvPr>
        </p:nvSpPr>
        <p:spPr>
          <a:xfrm>
            <a:off x="4351426" y="2653409"/>
            <a:ext cx="3389313" cy="805349"/>
          </a:xfrm>
          <a:prstGeom prst="rect">
            <a:avLst/>
          </a:prstGeom>
        </p:spPr>
        <p:txBody>
          <a:bodyPr lIns="0" tIns="0" rIns="0" bIns="0">
            <a:spAutoFit/>
          </a:bodyPr>
          <a:lstStyle>
            <a:lvl1pPr marL="108000" indent="-108000">
              <a:lnSpc>
                <a:spcPct val="100000"/>
              </a:lnSpc>
              <a:spcBef>
                <a:spcPts val="0"/>
              </a:spcBef>
              <a:spcAft>
                <a:spcPts val="800"/>
              </a:spcAft>
              <a:defRPr sz="1300">
                <a:solidFill>
                  <a:schemeClr val="tx2"/>
                </a:solidFill>
              </a:defRPr>
            </a:lvl1pPr>
          </a:lstStyle>
          <a:p>
            <a:pPr lvl="0"/>
            <a:r>
              <a:rPr lang="es-ES" dirty="0"/>
              <a:t>Lista</a:t>
            </a:r>
          </a:p>
          <a:p>
            <a:pPr lvl="0"/>
            <a:r>
              <a:rPr lang="es-ES" dirty="0"/>
              <a:t>Lista</a:t>
            </a:r>
          </a:p>
          <a:p>
            <a:pPr lvl="0"/>
            <a:r>
              <a:rPr lang="es-ES" dirty="0"/>
              <a:t>Lista</a:t>
            </a:r>
          </a:p>
        </p:txBody>
      </p:sp>
      <p:cxnSp>
        <p:nvCxnSpPr>
          <p:cNvPr id="45" name="Conector recto 44">
            <a:extLst>
              <a:ext uri="{FF2B5EF4-FFF2-40B4-BE49-F238E27FC236}">
                <a16:creationId xmlns:a16="http://schemas.microsoft.com/office/drawing/2014/main" id="{964BE05D-B263-9145-880F-11CB53E76586}"/>
              </a:ext>
            </a:extLst>
          </p:cNvPr>
          <p:cNvCxnSpPr>
            <a:cxnSpLocks/>
          </p:cNvCxnSpPr>
          <p:nvPr userDrawn="1"/>
        </p:nvCxnSpPr>
        <p:spPr>
          <a:xfrm>
            <a:off x="457200"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6" name="Conector recto 45">
            <a:extLst>
              <a:ext uri="{FF2B5EF4-FFF2-40B4-BE49-F238E27FC236}">
                <a16:creationId xmlns:a16="http://schemas.microsoft.com/office/drawing/2014/main" id="{EA264B47-6F11-CE41-8F63-07533A293496}"/>
              </a:ext>
            </a:extLst>
          </p:cNvPr>
          <p:cNvCxnSpPr>
            <a:cxnSpLocks/>
          </p:cNvCxnSpPr>
          <p:nvPr userDrawn="1"/>
        </p:nvCxnSpPr>
        <p:spPr>
          <a:xfrm>
            <a:off x="4351427" y="2336656"/>
            <a:ext cx="3597966" cy="0"/>
          </a:xfrm>
          <a:prstGeom prst="line">
            <a:avLst/>
          </a:prstGeom>
          <a:ln w="571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0" name="Marcador de texto 17">
            <a:extLst>
              <a:ext uri="{FF2B5EF4-FFF2-40B4-BE49-F238E27FC236}">
                <a16:creationId xmlns:a16="http://schemas.microsoft.com/office/drawing/2014/main" id="{3BE6E1B0-BA0F-2247-B64B-1F2CB061A148}"/>
              </a:ext>
            </a:extLst>
          </p:cNvPr>
          <p:cNvSpPr>
            <a:spLocks noGrp="1"/>
          </p:cNvSpPr>
          <p:nvPr>
            <p:ph type="body" sz="quarter" idx="29" hasCustomPrompt="1"/>
          </p:nvPr>
        </p:nvSpPr>
        <p:spPr>
          <a:xfrm>
            <a:off x="8245654" y="6256064"/>
            <a:ext cx="3597966" cy="329908"/>
          </a:xfrm>
          <a:prstGeom prst="rect">
            <a:avLst/>
          </a:prstGeom>
          <a:solidFill>
            <a:schemeClr val="tx2"/>
          </a:solidFill>
        </p:spPr>
        <p:txBody>
          <a:bodyPr lIns="108000" tIns="108000" rIns="108000" bIns="108000">
            <a:noAutofit/>
          </a:bodyPr>
          <a:lstStyle>
            <a:lvl1pPr marL="0" indent="0">
              <a:lnSpc>
                <a:spcPct val="100000"/>
              </a:lnSpc>
              <a:spcBef>
                <a:spcPts val="0"/>
              </a:spcBef>
              <a:spcAft>
                <a:spcPts val="0"/>
              </a:spcAft>
              <a:buFontTx/>
              <a:buNone/>
              <a:defRPr sz="800">
                <a:solidFill>
                  <a:schemeClr val="bg1"/>
                </a:solidFill>
              </a:defRPr>
            </a:lvl1pPr>
          </a:lstStyle>
          <a:p>
            <a:pPr lvl="0"/>
            <a:r>
              <a:rPr lang="es-ES" dirty="0"/>
              <a:t>Pie de foto</a:t>
            </a:r>
          </a:p>
        </p:txBody>
      </p:sp>
      <p:sp>
        <p:nvSpPr>
          <p:cNvPr id="53" name="Marcador de fecha 3">
            <a:extLst>
              <a:ext uri="{FF2B5EF4-FFF2-40B4-BE49-F238E27FC236}">
                <a16:creationId xmlns:a16="http://schemas.microsoft.com/office/drawing/2014/main" id="{5B9E6149-7800-8B4D-8237-D995EC7CC948}"/>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54" name="Marcador de pie de página 4">
            <a:extLst>
              <a:ext uri="{FF2B5EF4-FFF2-40B4-BE49-F238E27FC236}">
                <a16:creationId xmlns:a16="http://schemas.microsoft.com/office/drawing/2014/main" id="{08A5AEA0-AFE5-3846-8BCD-5E08E9149B5E}"/>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
        <p:nvSpPr>
          <p:cNvPr id="18" name="Marcador de texto 17">
            <a:extLst>
              <a:ext uri="{FF2B5EF4-FFF2-40B4-BE49-F238E27FC236}">
                <a16:creationId xmlns:a16="http://schemas.microsoft.com/office/drawing/2014/main" id="{7192B359-5956-9A4E-92CF-EE6224E66CCB}"/>
              </a:ext>
            </a:extLst>
          </p:cNvPr>
          <p:cNvSpPr>
            <a:spLocks noGrp="1"/>
          </p:cNvSpPr>
          <p:nvPr>
            <p:ph type="body" sz="quarter" idx="30" hasCustomPrompt="1"/>
          </p:nvPr>
        </p:nvSpPr>
        <p:spPr>
          <a:xfrm>
            <a:off x="457201" y="2015704"/>
            <a:ext cx="3597966"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19" name="Marcador de texto 17">
            <a:extLst>
              <a:ext uri="{FF2B5EF4-FFF2-40B4-BE49-F238E27FC236}">
                <a16:creationId xmlns:a16="http://schemas.microsoft.com/office/drawing/2014/main" id="{C7DD19D8-2879-6543-9584-7A7A9882F91D}"/>
              </a:ext>
            </a:extLst>
          </p:cNvPr>
          <p:cNvSpPr>
            <a:spLocks noGrp="1"/>
          </p:cNvSpPr>
          <p:nvPr>
            <p:ph type="body" sz="quarter" idx="31" hasCustomPrompt="1"/>
          </p:nvPr>
        </p:nvSpPr>
        <p:spPr>
          <a:xfrm>
            <a:off x="4332515" y="2015704"/>
            <a:ext cx="3597966"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accent1"/>
                </a:solidFill>
                <a:latin typeface="Calibri" panose="020F0502020204030204" pitchFamily="34" charset="0"/>
                <a:cs typeface="Calibri" panose="020F0502020204030204" pitchFamily="34" charset="0"/>
              </a:defRPr>
            </a:lvl1pPr>
          </a:lstStyle>
          <a:p>
            <a:pPr lvl="0"/>
            <a:r>
              <a:rPr lang="es-ES" dirty="0"/>
              <a:t>Texto</a:t>
            </a:r>
          </a:p>
        </p:txBody>
      </p:sp>
      <p:sp>
        <p:nvSpPr>
          <p:cNvPr id="20" name="Marcador de texto 17">
            <a:extLst>
              <a:ext uri="{FF2B5EF4-FFF2-40B4-BE49-F238E27FC236}">
                <a16:creationId xmlns:a16="http://schemas.microsoft.com/office/drawing/2014/main" id="{681E269C-2798-274E-B27F-2E6E031058C3}"/>
              </a:ext>
            </a:extLst>
          </p:cNvPr>
          <p:cNvSpPr>
            <a:spLocks noGrp="1"/>
          </p:cNvSpPr>
          <p:nvPr>
            <p:ph type="body" sz="quarter" idx="32" hasCustomPrompt="1"/>
          </p:nvPr>
        </p:nvSpPr>
        <p:spPr>
          <a:xfrm>
            <a:off x="457200" y="1286740"/>
            <a:ext cx="7473281" cy="243656"/>
          </a:xfrm>
          <a:prstGeom prst="rect">
            <a:avLst/>
          </a:prstGeom>
          <a:noFill/>
          <a:ln>
            <a:noFill/>
          </a:ln>
        </p:spPr>
        <p:txBody>
          <a:bodyPr wrap="square" lIns="0" tIns="0" rIns="0" bIns="0">
            <a:spAutoFit/>
          </a:bodyPr>
          <a:lstStyle>
            <a:lvl1pPr marL="0" indent="0" algn="l">
              <a:lnSpc>
                <a:spcPts val="1860"/>
              </a:lnSpc>
              <a:spcBef>
                <a:spcPts val="0"/>
              </a:spcBef>
              <a:spcAft>
                <a:spcPts val="0"/>
              </a:spcAft>
              <a:buFontTx/>
              <a:buNone/>
              <a:defRPr sz="1800" b="1" i="0">
                <a:solidFill>
                  <a:schemeClr val="tx2"/>
                </a:solidFill>
                <a:latin typeface="Calibri" panose="020F0502020204030204" pitchFamily="34" charset="0"/>
                <a:cs typeface="Calibri" panose="020F0502020204030204" pitchFamily="34" charset="0"/>
              </a:defRPr>
            </a:lvl1pPr>
          </a:lstStyle>
          <a:p>
            <a:pPr lvl="0"/>
            <a:r>
              <a:rPr lang="es-ES" dirty="0"/>
              <a:t>Subtítulo diapositiva</a:t>
            </a:r>
          </a:p>
        </p:txBody>
      </p:sp>
      <p:sp>
        <p:nvSpPr>
          <p:cNvPr id="22" name="Título 1">
            <a:extLst>
              <a:ext uri="{FF2B5EF4-FFF2-40B4-BE49-F238E27FC236}">
                <a16:creationId xmlns:a16="http://schemas.microsoft.com/office/drawing/2014/main" id="{85F43C2E-D687-114C-878F-3E2D67AD472C}"/>
              </a:ext>
            </a:extLst>
          </p:cNvPr>
          <p:cNvSpPr>
            <a:spLocks noGrp="1"/>
          </p:cNvSpPr>
          <p:nvPr>
            <p:ph type="ctrTitle" hasCustomPrompt="1"/>
          </p:nvPr>
        </p:nvSpPr>
        <p:spPr>
          <a:xfrm>
            <a:off x="457200" y="873516"/>
            <a:ext cx="7473281" cy="416076"/>
          </a:xfrm>
          <a:prstGeom prst="rect">
            <a:avLst/>
          </a:prstGeom>
        </p:spPr>
        <p:txBody>
          <a:bodyPr wrap="square" lIns="0" tIns="0" rIns="0" bIns="0" anchor="t" anchorCtr="0">
            <a:spAutoFit/>
          </a:bodyPr>
          <a:lstStyle>
            <a:lvl1pPr algn="l">
              <a:lnSpc>
                <a:spcPts val="3240"/>
              </a:lnSpc>
              <a:defRPr sz="3200" spc="0">
                <a:solidFill>
                  <a:schemeClr val="tx2"/>
                </a:solidFill>
                <a:latin typeface="+mn-lt"/>
              </a:defRPr>
            </a:lvl1pPr>
          </a:lstStyle>
          <a:p>
            <a:r>
              <a:rPr lang="es-ES" dirty="0"/>
              <a:t>Título diapositiva</a:t>
            </a:r>
          </a:p>
        </p:txBody>
      </p:sp>
      <p:pic>
        <p:nvPicPr>
          <p:cNvPr id="16" name="Imagen 1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16951" y="96446"/>
            <a:ext cx="1249460" cy="679664"/>
          </a:xfrm>
          <a:prstGeom prst="rect">
            <a:avLst/>
          </a:prstGeom>
        </p:spPr>
      </p:pic>
    </p:spTree>
    <p:extLst>
      <p:ext uri="{BB962C8B-B14F-4D97-AF65-F5344CB8AC3E}">
        <p14:creationId xmlns:p14="http://schemas.microsoft.com/office/powerpoint/2010/main" val="324895217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slideLayout" Target="../slideLayouts/slideLayout16.xml"/><Relationship Id="rId10" Type="http://schemas.openxmlformats.org/officeDocument/2006/relationships/slideLayout" Target="../slideLayouts/slideLayout17.xml"/><Relationship Id="rId11" Type="http://schemas.openxmlformats.org/officeDocument/2006/relationships/slideLayout" Target="../slideLayouts/slideLayout18.xml"/><Relationship Id="rId12" Type="http://schemas.openxmlformats.org/officeDocument/2006/relationships/slideLayout" Target="../slideLayouts/slideLayout19.xml"/><Relationship Id="rId13" Type="http://schemas.openxmlformats.org/officeDocument/2006/relationships/slideLayout" Target="../slideLayouts/slideLayout20.xml"/><Relationship Id="rId14" Type="http://schemas.openxmlformats.org/officeDocument/2006/relationships/slideLayout" Target="../slideLayouts/slideLayout21.xml"/><Relationship Id="rId15" Type="http://schemas.openxmlformats.org/officeDocument/2006/relationships/slideLayout" Target="../slideLayouts/slideLayout22.xml"/><Relationship Id="rId16" Type="http://schemas.openxmlformats.org/officeDocument/2006/relationships/slideLayout" Target="../slideLayouts/slideLayout23.xml"/><Relationship Id="rId17" Type="http://schemas.openxmlformats.org/officeDocument/2006/relationships/slideLayout" Target="../slideLayouts/slideLayout24.xml"/><Relationship Id="rId18" Type="http://schemas.openxmlformats.org/officeDocument/2006/relationships/slideLayout" Target="../slideLayouts/slideLayout25.xml"/><Relationship Id="rId19" Type="http://schemas.openxmlformats.org/officeDocument/2006/relationships/slideLayout" Target="../slideLayouts/slideLayout26.xml"/><Relationship Id="rId20" Type="http://schemas.openxmlformats.org/officeDocument/2006/relationships/slideLayout" Target="../slideLayouts/slideLayout27.xml"/><Relationship Id="rId21" Type="http://schemas.openxmlformats.org/officeDocument/2006/relationships/slideLayout" Target="../slideLayouts/slideLayout28.xml"/><Relationship Id="rId22" Type="http://schemas.openxmlformats.org/officeDocument/2006/relationships/slideLayout" Target="../slideLayouts/slideLayout29.xml"/><Relationship Id="rId23" Type="http://schemas.openxmlformats.org/officeDocument/2006/relationships/slideLayout" Target="../slideLayouts/slideLayout30.xml"/><Relationship Id="rId24" Type="http://schemas.openxmlformats.org/officeDocument/2006/relationships/slideLayout" Target="../slideLayouts/slideLayout31.xml"/><Relationship Id="rId25" Type="http://schemas.openxmlformats.org/officeDocument/2006/relationships/slideLayout" Target="../slideLayouts/slideLayout32.xml"/><Relationship Id="rId26" Type="http://schemas.openxmlformats.org/officeDocument/2006/relationships/slideLayout" Target="../slideLayouts/slideLayout33.xml"/><Relationship Id="rId27" Type="http://schemas.openxmlformats.org/officeDocument/2006/relationships/slideLayout" Target="../slideLayouts/slideLayout34.xml"/><Relationship Id="rId28" Type="http://schemas.openxmlformats.org/officeDocument/2006/relationships/slideLayout" Target="../slideLayouts/slideLayout35.xml"/><Relationship Id="rId29" Type="http://schemas.openxmlformats.org/officeDocument/2006/relationships/slideLayout" Target="../slideLayouts/slideLayout36.xml"/><Relationship Id="rId30" Type="http://schemas.openxmlformats.org/officeDocument/2006/relationships/slideLayout" Target="../slideLayouts/slideLayout37.xml"/><Relationship Id="rId31" Type="http://schemas.openxmlformats.org/officeDocument/2006/relationships/slideLayout" Target="../slideLayouts/slideLayout38.xml"/><Relationship Id="rId32" Type="http://schemas.openxmlformats.org/officeDocument/2006/relationships/slideLayout" Target="../slideLayouts/slideLayout39.xml"/><Relationship Id="rId33" Type="http://schemas.openxmlformats.org/officeDocument/2006/relationships/slideLayout" Target="../slideLayouts/slideLayout40.xml"/><Relationship Id="rId34" Type="http://schemas.openxmlformats.org/officeDocument/2006/relationships/slideLayout" Target="../slideLayouts/slideLayout41.xml"/><Relationship Id="rId35" Type="http://schemas.openxmlformats.org/officeDocument/2006/relationships/slideLayout" Target="../slideLayouts/slideLayout42.xml"/><Relationship Id="rId36" Type="http://schemas.openxmlformats.org/officeDocument/2006/relationships/slideLayout" Target="../slideLayouts/slideLayout43.xml"/><Relationship Id="rId37" Type="http://schemas.openxmlformats.org/officeDocument/2006/relationships/slideLayout" Target="../slideLayouts/slideLayout44.xml"/><Relationship Id="rId38" Type="http://schemas.openxmlformats.org/officeDocument/2006/relationships/slideLayout" Target="../slideLayouts/slideLayout45.xml"/><Relationship Id="rId39" Type="http://schemas.openxmlformats.org/officeDocument/2006/relationships/slideLayout" Target="../slideLayouts/slideLayout46.xml"/><Relationship Id="rId40" Type="http://schemas.openxmlformats.org/officeDocument/2006/relationships/slideLayout" Target="../slideLayouts/slideLayout47.xml"/><Relationship Id="rId41" Type="http://schemas.openxmlformats.org/officeDocument/2006/relationships/slideLayout" Target="../slideLayouts/slideLayout48.xml"/><Relationship Id="rId4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9.xml"/><Relationship Id="rId2" Type="http://schemas.openxmlformats.org/officeDocument/2006/relationships/slideLayout" Target="../slideLayouts/slideLayout50.xml"/><Relationship Id="rId3" Type="http://schemas.openxmlformats.org/officeDocument/2006/relationships/slideLayout" Target="../slideLayouts/slideLayout51.xml"/><Relationship Id="rId4" Type="http://schemas.openxmlformats.org/officeDocument/2006/relationships/slideLayout" Target="../slideLayouts/slideLayout52.xml"/><Relationship Id="rId5" Type="http://schemas.openxmlformats.org/officeDocument/2006/relationships/slideLayout" Target="../slideLayouts/slideLayout53.xml"/><Relationship Id="rId6" Type="http://schemas.openxmlformats.org/officeDocument/2006/relationships/slideLayout" Target="../slideLayouts/slideLayout54.xml"/><Relationship Id="rId7" Type="http://schemas.openxmlformats.org/officeDocument/2006/relationships/slideLayout" Target="../slideLayouts/slideLayout55.xml"/><Relationship Id="rId8" Type="http://schemas.openxmlformats.org/officeDocument/2006/relationships/slideLayout" Target="../slideLayouts/slideLayout56.xml"/><Relationship Id="rId9" Type="http://schemas.openxmlformats.org/officeDocument/2006/relationships/slideLayout" Target="../slideLayouts/slideLayout57.xml"/><Relationship Id="rId10" Type="http://schemas.openxmlformats.org/officeDocument/2006/relationships/slideLayout" Target="../slideLayouts/slideLayout58.xml"/><Relationship Id="rId11" Type="http://schemas.openxmlformats.org/officeDocument/2006/relationships/slideLayout" Target="../slideLayouts/slideLayout59.xml"/><Relationship Id="rId12" Type="http://schemas.openxmlformats.org/officeDocument/2006/relationships/slideLayout" Target="../slideLayouts/slideLayout60.xml"/><Relationship Id="rId13" Type="http://schemas.openxmlformats.org/officeDocument/2006/relationships/slideLayout" Target="../slideLayouts/slideLayout61.xml"/><Relationship Id="rId14" Type="http://schemas.openxmlformats.org/officeDocument/2006/relationships/slideLayout" Target="../slideLayouts/slideLayout62.xml"/><Relationship Id="rId15" Type="http://schemas.openxmlformats.org/officeDocument/2006/relationships/slideLayout" Target="../slideLayouts/slideLayout63.xml"/><Relationship Id="rId16" Type="http://schemas.openxmlformats.org/officeDocument/2006/relationships/slideLayout" Target="../slideLayouts/slideLayout64.xml"/><Relationship Id="rId17" Type="http://schemas.openxmlformats.org/officeDocument/2006/relationships/slideLayout" Target="../slideLayouts/slideLayout65.xml"/><Relationship Id="rId18" Type="http://schemas.openxmlformats.org/officeDocument/2006/relationships/slideLayout" Target="../slideLayouts/slideLayout66.xml"/><Relationship Id="rId19" Type="http://schemas.openxmlformats.org/officeDocument/2006/relationships/slideLayout" Target="../slideLayouts/slideLayout67.xml"/><Relationship Id="rId20" Type="http://schemas.openxmlformats.org/officeDocument/2006/relationships/slideLayout" Target="../slideLayouts/slideLayout68.xml"/><Relationship Id="rId21" Type="http://schemas.openxmlformats.org/officeDocument/2006/relationships/slideLayout" Target="../slideLayouts/slideLayout69.xml"/><Relationship Id="rId22" Type="http://schemas.openxmlformats.org/officeDocument/2006/relationships/slideLayout" Target="../slideLayouts/slideLayout70.xml"/><Relationship Id="rId23" Type="http://schemas.openxmlformats.org/officeDocument/2006/relationships/slideLayout" Target="../slideLayouts/slideLayout71.xml"/><Relationship Id="rId24" Type="http://schemas.openxmlformats.org/officeDocument/2006/relationships/slideLayout" Target="../slideLayouts/slideLayout72.xml"/><Relationship Id="rId25" Type="http://schemas.openxmlformats.org/officeDocument/2006/relationships/slideLayout" Target="../slideLayouts/slideLayout73.xml"/><Relationship Id="rId26" Type="http://schemas.openxmlformats.org/officeDocument/2006/relationships/slideLayout" Target="../slideLayouts/slideLayout74.xml"/><Relationship Id="rId27" Type="http://schemas.openxmlformats.org/officeDocument/2006/relationships/slideLayout" Target="../slideLayouts/slideLayout75.xml"/><Relationship Id="rId28" Type="http://schemas.openxmlformats.org/officeDocument/2006/relationships/slideLayout" Target="../slideLayouts/slideLayout76.xml"/><Relationship Id="rId29" Type="http://schemas.openxmlformats.org/officeDocument/2006/relationships/slideLayout" Target="../slideLayouts/slideLayout77.xml"/><Relationship Id="rId30" Type="http://schemas.openxmlformats.org/officeDocument/2006/relationships/slideLayout" Target="../slideLayouts/slideLayout78.xml"/><Relationship Id="rId31" Type="http://schemas.openxmlformats.org/officeDocument/2006/relationships/slideLayout" Target="../slideLayouts/slideLayout79.xml"/><Relationship Id="rId32" Type="http://schemas.openxmlformats.org/officeDocument/2006/relationships/slideLayout" Target="../slideLayouts/slideLayout80.xml"/><Relationship Id="rId33" Type="http://schemas.openxmlformats.org/officeDocument/2006/relationships/slideLayout" Target="../slideLayouts/slideLayout81.xml"/><Relationship Id="rId34" Type="http://schemas.openxmlformats.org/officeDocument/2006/relationships/slideLayout" Target="../slideLayouts/slideLayout82.xml"/><Relationship Id="rId35" Type="http://schemas.openxmlformats.org/officeDocument/2006/relationships/slideLayout" Target="../slideLayouts/slideLayout83.xml"/><Relationship Id="rId36" Type="http://schemas.openxmlformats.org/officeDocument/2006/relationships/slideLayout" Target="../slideLayouts/slideLayout84.xml"/><Relationship Id="rId37" Type="http://schemas.openxmlformats.org/officeDocument/2006/relationships/slideLayout" Target="../slideLayouts/slideLayout85.xml"/><Relationship Id="rId38" Type="http://schemas.openxmlformats.org/officeDocument/2006/relationships/slideLayout" Target="../slideLayouts/slideLayout86.xml"/><Relationship Id="rId39" Type="http://schemas.openxmlformats.org/officeDocument/2006/relationships/slideLayout" Target="../slideLayouts/slideLayout87.xml"/><Relationship Id="rId40" Type="http://schemas.openxmlformats.org/officeDocument/2006/relationships/slideLayout" Target="../slideLayouts/slideLayout88.xml"/><Relationship Id="rId41" Type="http://schemas.openxmlformats.org/officeDocument/2006/relationships/slideLayout" Target="../slideLayouts/slideLayout89.xml"/><Relationship Id="rId4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Marcador de fecha 3">
            <a:extLst>
              <a:ext uri="{FF2B5EF4-FFF2-40B4-BE49-F238E27FC236}">
                <a16:creationId xmlns:a16="http://schemas.microsoft.com/office/drawing/2014/main" id="{C942E539-1B18-204C-BF23-E5263DF0CD7B}"/>
              </a:ext>
            </a:extLst>
          </p:cNvPr>
          <p:cNvSpPr>
            <a:spLocks noGrp="1"/>
          </p:cNvSpPr>
          <p:nvPr>
            <p:ph type="dt" sz="half" idx="2"/>
          </p:nvPr>
        </p:nvSpPr>
        <p:spPr>
          <a:xfrm>
            <a:off x="456457"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10" name="Marcador de pie de página 4">
            <a:extLst>
              <a:ext uri="{FF2B5EF4-FFF2-40B4-BE49-F238E27FC236}">
                <a16:creationId xmlns:a16="http://schemas.microsoft.com/office/drawing/2014/main" id="{F668B318-1A28-CB41-A81C-FF73E403CF7A}"/>
              </a:ext>
            </a:extLst>
          </p:cNvPr>
          <p:cNvSpPr>
            <a:spLocks noGrp="1"/>
          </p:cNvSpPr>
          <p:nvPr>
            <p:ph type="ftr" sz="quarter" idx="3"/>
          </p:nvPr>
        </p:nvSpPr>
        <p:spPr>
          <a:xfrm>
            <a:off x="2905125"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Tree>
    <p:extLst>
      <p:ext uri="{BB962C8B-B14F-4D97-AF65-F5344CB8AC3E}">
        <p14:creationId xmlns:p14="http://schemas.microsoft.com/office/powerpoint/2010/main" val="261859464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4" r:id="rId4"/>
    <p:sldLayoutId id="2147483661" r:id="rId5"/>
    <p:sldLayoutId id="2147483745" r:id="rId6"/>
    <p:sldLayoutId id="2147483746" r:id="rId7"/>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1DF7903D-B7B8-2249-A3C4-97E30CF9EE4B}"/>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a:t>Fecha y Lugar</a:t>
            </a:r>
            <a:endParaRPr lang="es-ES" dirty="0"/>
          </a:p>
        </p:txBody>
      </p:sp>
      <p:sp>
        <p:nvSpPr>
          <p:cNvPr id="5" name="Marcador de pie de página 4">
            <a:extLst>
              <a:ext uri="{FF2B5EF4-FFF2-40B4-BE49-F238E27FC236}">
                <a16:creationId xmlns:a16="http://schemas.microsoft.com/office/drawing/2014/main" id="{840D8402-6D05-AD4D-89A6-B10A2B4F6AED}"/>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a:t>OHLA</a:t>
            </a:r>
            <a:endParaRPr lang="es-ES" dirty="0"/>
          </a:p>
        </p:txBody>
      </p:sp>
    </p:spTree>
    <p:extLst>
      <p:ext uri="{BB962C8B-B14F-4D97-AF65-F5344CB8AC3E}">
        <p14:creationId xmlns:p14="http://schemas.microsoft.com/office/powerpoint/2010/main" val="4243799464"/>
      </p:ext>
    </p:extLst>
  </p:cSld>
  <p:clrMap bg1="lt1" tx1="dk1" bg2="lt2" tx2="dk2" accent1="accent1" accent2="accent2" accent3="accent3" accent4="accent4" accent5="accent5" accent6="accent6" hlink="hlink" folHlink="folHlink"/>
  <p:sldLayoutIdLst>
    <p:sldLayoutId id="2147483658" r:id="rId1"/>
    <p:sldLayoutId id="2147483694" r:id="rId2"/>
    <p:sldLayoutId id="2147483663" r:id="rId3"/>
    <p:sldLayoutId id="2147483693" r:id="rId4"/>
    <p:sldLayoutId id="2147483660" r:id="rId5"/>
    <p:sldLayoutId id="2147483695" r:id="rId6"/>
    <p:sldLayoutId id="2147483675" r:id="rId7"/>
    <p:sldLayoutId id="2147483678" r:id="rId8"/>
    <p:sldLayoutId id="2147483656" r:id="rId9"/>
    <p:sldLayoutId id="2147483664" r:id="rId10"/>
    <p:sldLayoutId id="2147483679" r:id="rId11"/>
    <p:sldLayoutId id="2147483677" r:id="rId12"/>
    <p:sldLayoutId id="2147483680" r:id="rId13"/>
    <p:sldLayoutId id="2147483673" r:id="rId14"/>
    <p:sldLayoutId id="2147483686" r:id="rId15"/>
    <p:sldLayoutId id="2147483687" r:id="rId16"/>
    <p:sldLayoutId id="2147483688" r:id="rId17"/>
    <p:sldLayoutId id="2147483689" r:id="rId18"/>
    <p:sldLayoutId id="2147483665" r:id="rId19"/>
    <p:sldLayoutId id="2147483672" r:id="rId20"/>
    <p:sldLayoutId id="2147483674" r:id="rId21"/>
    <p:sldLayoutId id="2147483681" r:id="rId22"/>
    <p:sldLayoutId id="2147483696" r:id="rId23"/>
    <p:sldLayoutId id="2147483697" r:id="rId24"/>
    <p:sldLayoutId id="2147483699" r:id="rId25"/>
    <p:sldLayoutId id="2147483698" r:id="rId26"/>
    <p:sldLayoutId id="2147483668" r:id="rId27"/>
    <p:sldLayoutId id="2147483653" r:id="rId28"/>
    <p:sldLayoutId id="2147483666" r:id="rId29"/>
    <p:sldLayoutId id="2147483682" r:id="rId30"/>
    <p:sldLayoutId id="2147483655" r:id="rId31"/>
    <p:sldLayoutId id="2147483662" r:id="rId32"/>
    <p:sldLayoutId id="2147483683" r:id="rId33"/>
    <p:sldLayoutId id="2147483684" r:id="rId34"/>
    <p:sldLayoutId id="2147483690" r:id="rId35"/>
    <p:sldLayoutId id="2147483669" r:id="rId36"/>
    <p:sldLayoutId id="2147483667" r:id="rId37"/>
    <p:sldLayoutId id="2147483659" r:id="rId38"/>
    <p:sldLayoutId id="2147483670" r:id="rId39"/>
    <p:sldLayoutId id="2147483692" r:id="rId40"/>
    <p:sldLayoutId id="2147483676" r:id="rId4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Marcador de fecha 3">
            <a:extLst>
              <a:ext uri="{FF2B5EF4-FFF2-40B4-BE49-F238E27FC236}">
                <a16:creationId xmlns:a16="http://schemas.microsoft.com/office/drawing/2014/main" id="{1DF7903D-B7B8-2249-A3C4-97E30CF9EE4B}"/>
              </a:ext>
            </a:extLst>
          </p:cNvPr>
          <p:cNvSpPr>
            <a:spLocks noGrp="1"/>
          </p:cNvSpPr>
          <p:nvPr>
            <p:ph type="dt" sz="half" idx="2"/>
          </p:nvPr>
        </p:nvSpPr>
        <p:spPr>
          <a:xfrm>
            <a:off x="274315" y="6459764"/>
            <a:ext cx="2021016" cy="161582"/>
          </a:xfrm>
          <a:prstGeom prst="rect">
            <a:avLst/>
          </a:prstGeom>
        </p:spPr>
        <p:txBody>
          <a:bodyPr vert="horz" wrap="square" lIns="0" tIns="0" rIns="0" bIns="0" rtlCol="0" anchor="t" anchorCtr="0">
            <a:spAutoFit/>
          </a:bodyPr>
          <a:lstStyle>
            <a:lvl1pPr algn="l">
              <a:defRPr sz="1050">
                <a:solidFill>
                  <a:schemeClr val="tx2"/>
                </a:solidFill>
              </a:defRPr>
            </a:lvl1pPr>
          </a:lstStyle>
          <a:p>
            <a:r>
              <a:rPr lang="es-ES" dirty="0"/>
              <a:t>Fecha y Lugar</a:t>
            </a:r>
          </a:p>
        </p:txBody>
      </p:sp>
      <p:sp>
        <p:nvSpPr>
          <p:cNvPr id="5" name="Marcador de pie de página 4">
            <a:extLst>
              <a:ext uri="{FF2B5EF4-FFF2-40B4-BE49-F238E27FC236}">
                <a16:creationId xmlns:a16="http://schemas.microsoft.com/office/drawing/2014/main" id="{840D8402-6D05-AD4D-89A6-B10A2B4F6AED}"/>
              </a:ext>
            </a:extLst>
          </p:cNvPr>
          <p:cNvSpPr>
            <a:spLocks noGrp="1"/>
          </p:cNvSpPr>
          <p:nvPr>
            <p:ph type="ftr" sz="quarter" idx="3"/>
          </p:nvPr>
        </p:nvSpPr>
        <p:spPr>
          <a:xfrm>
            <a:off x="2722983" y="6482846"/>
            <a:ext cx="4114800" cy="138499"/>
          </a:xfrm>
          <a:prstGeom prst="rect">
            <a:avLst/>
          </a:prstGeom>
        </p:spPr>
        <p:txBody>
          <a:bodyPr vert="horz" lIns="0" tIns="0" rIns="0" bIns="0" rtlCol="0" anchor="ctr">
            <a:spAutoFit/>
          </a:bodyPr>
          <a:lstStyle>
            <a:lvl1pPr algn="l">
              <a:defRPr sz="900">
                <a:solidFill>
                  <a:schemeClr val="tx2"/>
                </a:solidFill>
              </a:defRPr>
            </a:lvl1pPr>
          </a:lstStyle>
          <a:p>
            <a:r>
              <a:rPr lang="es-ES" dirty="0"/>
              <a:t>OHLA</a:t>
            </a:r>
          </a:p>
        </p:txBody>
      </p:sp>
    </p:spTree>
    <p:extLst>
      <p:ext uri="{BB962C8B-B14F-4D97-AF65-F5344CB8AC3E}">
        <p14:creationId xmlns:p14="http://schemas.microsoft.com/office/powerpoint/2010/main" val="2929798808"/>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 id="2147483718" r:id="rId17"/>
    <p:sldLayoutId id="2147483719" r:id="rId18"/>
    <p:sldLayoutId id="2147483720" r:id="rId19"/>
    <p:sldLayoutId id="2147483721" r:id="rId20"/>
    <p:sldLayoutId id="2147483722" r:id="rId21"/>
    <p:sldLayoutId id="2147483723" r:id="rId22"/>
    <p:sldLayoutId id="2147483724" r:id="rId23"/>
    <p:sldLayoutId id="2147483725" r:id="rId24"/>
    <p:sldLayoutId id="2147483726" r:id="rId25"/>
    <p:sldLayoutId id="2147483727" r:id="rId26"/>
    <p:sldLayoutId id="2147483728" r:id="rId27"/>
    <p:sldLayoutId id="2147483729" r:id="rId28"/>
    <p:sldLayoutId id="2147483730" r:id="rId29"/>
    <p:sldLayoutId id="2147483731" r:id="rId30"/>
    <p:sldLayoutId id="2147483732" r:id="rId31"/>
    <p:sldLayoutId id="2147483733" r:id="rId32"/>
    <p:sldLayoutId id="2147483734" r:id="rId33"/>
    <p:sldLayoutId id="2147483735" r:id="rId34"/>
    <p:sldLayoutId id="2147483736" r:id="rId35"/>
    <p:sldLayoutId id="2147483737" r:id="rId36"/>
    <p:sldLayoutId id="2147483738" r:id="rId37"/>
    <p:sldLayoutId id="2147483739" r:id="rId38"/>
    <p:sldLayoutId id="2147483740" r:id="rId39"/>
    <p:sldLayoutId id="2147483741" r:id="rId40"/>
    <p:sldLayoutId id="2147483742" r:id="rId4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65760" y="329184"/>
            <a:ext cx="91440" cy="68580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9784080" cy="274320"/>
          </a:xfrm>
          <a:prstGeom prst="rect">
            <a:avLst/>
          </a:prstGeom>
          <a:noFill/>
        </p:spPr>
        <p:txBody>
          <a:bodyPr wrap="square" lIns="0" rIns="0" tIns="0" bIns="0">
            <a:spAutoFit/>
          </a:bodyPr>
          <a:lstStyle/>
          <a:p>
            <a:pPr>
              <a:spcAft>
                <a:spcPts val="0"/>
              </a:spcAft>
              <a:defRPr sz="1100" b="1">
                <a:solidFill>
                  <a:srgbClr val="008C95"/>
                </a:solidFill>
                <a:latin typeface="Arial"/>
              </a:defRPr>
            </a:pPr>
            <a:r>
              <a:t>HABILITACIÓN C-18 A C-04 • RT-04</a:t>
            </a:r>
          </a:p>
        </p:txBody>
      </p:sp>
      <p:sp>
        <p:nvSpPr>
          <p:cNvPr id="4" name="TextBox 3"/>
          <p:cNvSpPr txBox="1"/>
          <p:nvPr/>
        </p:nvSpPr>
        <p:spPr>
          <a:xfrm>
            <a:off x="640080" y="658368"/>
            <a:ext cx="10789920" cy="822960"/>
          </a:xfrm>
          <a:prstGeom prst="rect">
            <a:avLst/>
          </a:prstGeom>
          <a:noFill/>
        </p:spPr>
        <p:txBody>
          <a:bodyPr wrap="square" lIns="0" rIns="0" tIns="0" bIns="0">
            <a:spAutoFit/>
          </a:bodyPr>
          <a:lstStyle/>
          <a:p>
            <a:pPr>
              <a:spcAft>
                <a:spcPts val="0"/>
              </a:spcAft>
              <a:defRPr sz="2900" b="1">
                <a:solidFill>
                  <a:srgbClr val="192D56"/>
                </a:solidFill>
                <a:latin typeface="Arial"/>
              </a:defRPr>
            </a:pPr>
            <a:r>
              <a:t>Booster OPP: disposición de las dos líneas</a:t>
            </a:r>
          </a:p>
        </p:txBody>
      </p:sp>
      <p:sp>
        <p:nvSpPr>
          <p:cNvPr id="5" name="Rectangle 4"/>
          <p:cNvSpPr/>
          <p:nvPr/>
        </p:nvSpPr>
        <p:spPr>
          <a:xfrm>
            <a:off x="502920" y="6327648"/>
            <a:ext cx="11155680" cy="2286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9966960" cy="182880"/>
          </a:xfrm>
          <a:prstGeom prst="rect">
            <a:avLst/>
          </a:prstGeom>
          <a:noFill/>
        </p:spPr>
        <p:txBody>
          <a:bodyPr wrap="square" lIns="0" rIns="0" tIns="0" bIns="0">
            <a:spAutoFit/>
          </a:bodyPr>
          <a:lstStyle/>
          <a:p>
            <a:pPr>
              <a:spcAft>
                <a:spcPts val="0"/>
              </a:spcAft>
              <a:defRPr sz="900" b="0">
                <a:solidFill>
                  <a:srgbClr val="526172"/>
                </a:solidFill>
                <a:latin typeface="Arial"/>
              </a:defRPr>
            </a:pPr>
            <a:r>
              <a:t>OHLA • TSF FASE IX | RT-04 • Para revisión; no autoriza simultaneidad expuesta</a:t>
            </a:r>
          </a:p>
        </p:txBody>
      </p:sp>
      <p:sp>
        <p:nvSpPr>
          <p:cNvPr id="7" name="TextBox 6"/>
          <p:cNvSpPr txBox="1"/>
          <p:nvPr/>
        </p:nvSpPr>
        <p:spPr>
          <a:xfrm>
            <a:off x="10972800" y="6428232"/>
            <a:ext cx="548640" cy="219456"/>
          </a:xfrm>
          <a:prstGeom prst="rect">
            <a:avLst/>
          </a:prstGeom>
          <a:noFill/>
        </p:spPr>
        <p:txBody>
          <a:bodyPr wrap="square" lIns="0" rIns="0" tIns="0" bIns="0">
            <a:spAutoFit/>
          </a:bodyPr>
          <a:lstStyle/>
          <a:p>
            <a:pPr>
              <a:spcAft>
                <a:spcPts val="0"/>
              </a:spcAft>
              <a:defRPr sz="1100" b="0">
                <a:solidFill>
                  <a:srgbClr val="526172"/>
                </a:solidFill>
                <a:latin typeface="Arial"/>
              </a:defRPr>
            </a:pPr>
            <a:r>
              <a:t>01</a:t>
            </a:r>
          </a:p>
        </p:txBody>
      </p:sp>
      <p:pic>
        <p:nvPicPr>
          <p:cNvPr id="8" name="Picture 7" descr="image.jpg"/>
          <p:cNvPicPr>
            <a:picLocks noChangeAspect="1"/>
          </p:cNvPicPr>
          <p:nvPr/>
        </p:nvPicPr>
        <p:blipFill>
          <a:blip r:embed="rId3"/>
          <a:stretch>
            <a:fillRect/>
          </a:stretch>
        </p:blipFill>
        <p:spPr>
          <a:xfrm>
            <a:off x="9885431" y="91440"/>
            <a:ext cx="1260337" cy="685800"/>
          </a:xfrm>
          <a:prstGeom prst="rect">
            <a:avLst/>
          </a:prstGeom>
        </p:spPr>
      </p:pic>
      <p:sp>
        <p:nvSpPr>
          <p:cNvPr id="9" name="Rectangle 8"/>
          <p:cNvSpPr/>
          <p:nvPr/>
        </p:nvSpPr>
        <p:spPr>
          <a:xfrm>
            <a:off x="731520" y="1828800"/>
            <a:ext cx="3429000" cy="2560320"/>
          </a:xfrm>
          <a:prstGeom prst="rect">
            <a:avLst/>
          </a:prstGeom>
          <a:solidFill>
            <a:srgbClr val="F0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32688" y="2029968"/>
            <a:ext cx="3026664" cy="594360"/>
          </a:xfrm>
          <a:prstGeom prst="rect">
            <a:avLst/>
          </a:prstGeom>
          <a:noFill/>
        </p:spPr>
        <p:txBody>
          <a:bodyPr wrap="square" lIns="0" rIns="0" tIns="0" bIns="0">
            <a:spAutoFit/>
          </a:bodyPr>
          <a:lstStyle/>
          <a:p>
            <a:pPr>
              <a:spcAft>
                <a:spcPts val="0"/>
              </a:spcAft>
              <a:defRPr sz="3200" b="1">
                <a:solidFill>
                  <a:srgbClr val="008C95"/>
                </a:solidFill>
                <a:latin typeface="Arial"/>
              </a:defRPr>
            </a:pPr>
            <a:r>
              <a:t>≤ 5 m</a:t>
            </a:r>
          </a:p>
        </p:txBody>
      </p:sp>
      <p:sp>
        <p:nvSpPr>
          <p:cNvPr id="11" name="TextBox 10"/>
          <p:cNvSpPr txBox="1"/>
          <p:nvPr/>
        </p:nvSpPr>
        <p:spPr>
          <a:xfrm>
            <a:off x="932688" y="2743200"/>
            <a:ext cx="3026664" cy="1600199"/>
          </a:xfrm>
          <a:prstGeom prst="rect">
            <a:avLst/>
          </a:prstGeom>
          <a:noFill/>
        </p:spPr>
        <p:txBody>
          <a:bodyPr wrap="square" lIns="0" rIns="0" tIns="0" bIns="0">
            <a:spAutoFit/>
          </a:bodyPr>
          <a:lstStyle/>
          <a:p>
            <a:pPr>
              <a:spcAft>
                <a:spcPts val="600"/>
              </a:spcAft>
              <a:defRPr sz="1700" b="0">
                <a:solidFill>
                  <a:srgbClr val="192D56"/>
                </a:solidFill>
                <a:latin typeface="Arial"/>
              </a:defRPr>
            </a:pPr>
            <a:r>
              <a:t>Borde del trabajo activo</a:t>
            </a:r>
          </a:p>
          <a:p>
            <a:pPr>
              <a:spcAft>
                <a:spcPts val="0"/>
              </a:spcAft>
              <a:defRPr sz="1700" b="0">
                <a:solidFill>
                  <a:srgbClr val="192D56"/>
                </a:solidFill>
                <a:latin typeface="Arial"/>
              </a:defRPr>
            </a:pPr>
            <a:r>
              <a:t>hasta malla 1</a:t>
            </a:r>
          </a:p>
        </p:txBody>
      </p:sp>
      <p:sp>
        <p:nvSpPr>
          <p:cNvPr id="12" name="Rectangle 11"/>
          <p:cNvSpPr/>
          <p:nvPr/>
        </p:nvSpPr>
        <p:spPr>
          <a:xfrm>
            <a:off x="4389120" y="1828800"/>
            <a:ext cx="3429000" cy="2560320"/>
          </a:xfrm>
          <a:prstGeom prst="rect">
            <a:avLst/>
          </a:prstGeom>
          <a:solidFill>
            <a:srgbClr val="F0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2029968"/>
            <a:ext cx="3026664" cy="594360"/>
          </a:xfrm>
          <a:prstGeom prst="rect">
            <a:avLst/>
          </a:prstGeom>
          <a:noFill/>
        </p:spPr>
        <p:txBody>
          <a:bodyPr wrap="square" lIns="0" rIns="0" tIns="0" bIns="0">
            <a:spAutoFit/>
          </a:bodyPr>
          <a:lstStyle/>
          <a:p>
            <a:pPr>
              <a:spcAft>
                <a:spcPts val="0"/>
              </a:spcAft>
              <a:defRPr sz="3200" b="1">
                <a:solidFill>
                  <a:srgbClr val="008C95"/>
                </a:solidFill>
                <a:latin typeface="Arial"/>
              </a:defRPr>
            </a:pPr>
            <a:r>
              <a:t>≤ 5 m</a:t>
            </a:r>
          </a:p>
        </p:txBody>
      </p:sp>
      <p:sp>
        <p:nvSpPr>
          <p:cNvPr id="14" name="TextBox 13"/>
          <p:cNvSpPr txBox="1"/>
          <p:nvPr/>
        </p:nvSpPr>
        <p:spPr>
          <a:xfrm>
            <a:off x="4590288" y="2743200"/>
            <a:ext cx="3026664" cy="1600199"/>
          </a:xfrm>
          <a:prstGeom prst="rect">
            <a:avLst/>
          </a:prstGeom>
          <a:noFill/>
        </p:spPr>
        <p:txBody>
          <a:bodyPr wrap="square" lIns="0" rIns="0" tIns="0" bIns="0">
            <a:spAutoFit/>
          </a:bodyPr>
          <a:lstStyle/>
          <a:p>
            <a:pPr>
              <a:spcAft>
                <a:spcPts val="600"/>
              </a:spcAft>
              <a:defRPr sz="1700" b="0">
                <a:solidFill>
                  <a:srgbClr val="192D56"/>
                </a:solidFill>
                <a:latin typeface="Arial"/>
              </a:defRPr>
            </a:pPr>
            <a:r>
              <a:t>Malla 1</a:t>
            </a:r>
          </a:p>
          <a:p>
            <a:pPr>
              <a:spcAft>
                <a:spcPts val="0"/>
              </a:spcAft>
              <a:defRPr sz="1700" b="0">
                <a:solidFill>
                  <a:srgbClr val="192D56"/>
                </a:solidFill>
                <a:latin typeface="Arial"/>
              </a:defRPr>
            </a:pPr>
            <a:r>
              <a:t>hasta malla 2</a:t>
            </a:r>
          </a:p>
        </p:txBody>
      </p:sp>
      <p:sp>
        <p:nvSpPr>
          <p:cNvPr id="15" name="Rectangle 14"/>
          <p:cNvSpPr/>
          <p:nvPr/>
        </p:nvSpPr>
        <p:spPr>
          <a:xfrm>
            <a:off x="8046720" y="1828800"/>
            <a:ext cx="3429000" cy="2560320"/>
          </a:xfrm>
          <a:prstGeom prst="rect">
            <a:avLst/>
          </a:prstGeom>
          <a:solidFill>
            <a:srgbClr val="F0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47888" y="2029968"/>
            <a:ext cx="3026664" cy="594360"/>
          </a:xfrm>
          <a:prstGeom prst="rect">
            <a:avLst/>
          </a:prstGeom>
          <a:noFill/>
        </p:spPr>
        <p:txBody>
          <a:bodyPr wrap="square" lIns="0" rIns="0" tIns="0" bIns="0">
            <a:spAutoFit/>
          </a:bodyPr>
          <a:lstStyle/>
          <a:p>
            <a:pPr>
              <a:spcAft>
                <a:spcPts val="0"/>
              </a:spcAft>
              <a:defRPr sz="3200" b="1">
                <a:solidFill>
                  <a:srgbClr val="008C95"/>
                </a:solidFill>
                <a:latin typeface="Arial"/>
              </a:defRPr>
            </a:pPr>
            <a:r>
              <a:t>Eucalipto</a:t>
            </a:r>
          </a:p>
        </p:txBody>
      </p:sp>
      <p:sp>
        <p:nvSpPr>
          <p:cNvPr id="17" name="TextBox 16"/>
          <p:cNvSpPr txBox="1"/>
          <p:nvPr/>
        </p:nvSpPr>
        <p:spPr>
          <a:xfrm>
            <a:off x="8247888" y="2743200"/>
            <a:ext cx="3026664" cy="1600199"/>
          </a:xfrm>
          <a:prstGeom prst="rect">
            <a:avLst/>
          </a:prstGeom>
          <a:noFill/>
        </p:spPr>
        <p:txBody>
          <a:bodyPr wrap="square" lIns="0" rIns="0" tIns="0" bIns="0">
            <a:spAutoFit/>
          </a:bodyPr>
          <a:lstStyle/>
          <a:p>
            <a:pPr>
              <a:spcAft>
                <a:spcPts val="600"/>
              </a:spcAft>
              <a:defRPr sz="1700" b="0">
                <a:solidFill>
                  <a:srgbClr val="192D56"/>
                </a:solidFill>
                <a:latin typeface="Arial"/>
              </a:defRPr>
            </a:pPr>
            <a:r>
              <a:t>Misma madera y valores</a:t>
            </a:r>
          </a:p>
          <a:p>
            <a:pPr>
              <a:spcAft>
                <a:spcPts val="0"/>
              </a:spcAft>
              <a:defRPr sz="1700" b="0">
                <a:solidFill>
                  <a:srgbClr val="192D56"/>
                </a:solidFill>
                <a:latin typeface="Arial"/>
              </a:defRPr>
            </a:pPr>
            <a:r>
              <a:t>del Anexo 2</a:t>
            </a:r>
          </a:p>
        </p:txBody>
      </p:sp>
      <p:sp>
        <p:nvSpPr>
          <p:cNvPr id="18" name="TextBox 17"/>
          <p:cNvSpPr txBox="1"/>
          <p:nvPr/>
        </p:nvSpPr>
        <p:spPr>
          <a:xfrm>
            <a:off x="914400" y="4846320"/>
            <a:ext cx="10241280" cy="731520"/>
          </a:xfrm>
          <a:prstGeom prst="rect">
            <a:avLst/>
          </a:prstGeom>
          <a:noFill/>
        </p:spPr>
        <p:txBody>
          <a:bodyPr wrap="square" lIns="0" rIns="0" tIns="0" bIns="0">
            <a:spAutoFit/>
          </a:bodyPr>
          <a:lstStyle/>
          <a:p>
            <a:pPr>
              <a:spcAft>
                <a:spcPts val="0"/>
              </a:spcAft>
              <a:defRPr sz="2300" b="1">
                <a:solidFill>
                  <a:srgbClr val="008C95"/>
                </a:solidFill>
                <a:latin typeface="Arial"/>
              </a:defRPr>
            </a:pPr>
            <a:r>
              <a:t>Aplica al pedestal y al frente activo de habilitación del acceso.</a:t>
            </a:r>
          </a:p>
        </p:txBody>
      </p:sp>
      <p:sp>
        <p:nvSpPr>
          <p:cNvPr id="19" name="TextBox 18"/>
          <p:cNvSpPr txBox="1"/>
          <p:nvPr/>
        </p:nvSpPr>
        <p:spPr>
          <a:xfrm>
            <a:off x="731520" y="5934456"/>
            <a:ext cx="10607040" cy="274320"/>
          </a:xfrm>
          <a:prstGeom prst="rect">
            <a:avLst/>
          </a:prstGeom>
          <a:noFill/>
        </p:spPr>
        <p:txBody>
          <a:bodyPr wrap="square" lIns="0" rIns="0" tIns="0" bIns="0">
            <a:spAutoFit/>
          </a:bodyPr>
          <a:lstStyle/>
          <a:p>
            <a:pPr>
              <a:spcAft>
                <a:spcPts val="0"/>
              </a:spcAft>
              <a:defRPr sz="1000" b="0">
                <a:solidFill>
                  <a:srgbClr val="526172"/>
                </a:solidFill>
                <a:latin typeface="Arial"/>
              </a:defRPr>
            </a:pPr>
            <a:r>
              <a:t>Distancias sobre terreno en dirección descendente. Disposición de obra; no resultado de simulación.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65760" y="329184"/>
            <a:ext cx="91440" cy="68580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9784080" cy="274320"/>
          </a:xfrm>
          <a:prstGeom prst="rect">
            <a:avLst/>
          </a:prstGeom>
          <a:noFill/>
        </p:spPr>
        <p:txBody>
          <a:bodyPr wrap="square" lIns="0" rIns="0" tIns="0" bIns="0">
            <a:spAutoFit/>
          </a:bodyPr>
          <a:lstStyle/>
          <a:p>
            <a:pPr>
              <a:spcAft>
                <a:spcPts val="0"/>
              </a:spcAft>
              <a:defRPr sz="1100" b="1">
                <a:solidFill>
                  <a:srgbClr val="008C95"/>
                </a:solidFill>
                <a:latin typeface="Arial"/>
              </a:defRPr>
            </a:pPr>
            <a:r>
              <a:t>BOSQUEJO SIN ESCALA • RT-04</a:t>
            </a:r>
          </a:p>
        </p:txBody>
      </p:sp>
      <p:sp>
        <p:nvSpPr>
          <p:cNvPr id="4" name="TextBox 3"/>
          <p:cNvSpPr txBox="1"/>
          <p:nvPr/>
        </p:nvSpPr>
        <p:spPr>
          <a:xfrm>
            <a:off x="640080" y="658368"/>
            <a:ext cx="10789920" cy="822960"/>
          </a:xfrm>
          <a:prstGeom prst="rect">
            <a:avLst/>
          </a:prstGeom>
          <a:noFill/>
        </p:spPr>
        <p:txBody>
          <a:bodyPr wrap="square" lIns="0" rIns="0" tIns="0" bIns="0">
            <a:spAutoFit/>
          </a:bodyPr>
          <a:lstStyle/>
          <a:p>
            <a:pPr>
              <a:spcAft>
                <a:spcPts val="0"/>
              </a:spcAft>
              <a:defRPr sz="2900" b="1">
                <a:solidFill>
                  <a:srgbClr val="192D56"/>
                </a:solidFill>
                <a:latin typeface="Arial"/>
              </a:defRPr>
            </a:pPr>
            <a:r>
              <a:t>Pedestal: primera malla a 5 m y otra a 5 m</a:t>
            </a:r>
          </a:p>
        </p:txBody>
      </p:sp>
      <p:sp>
        <p:nvSpPr>
          <p:cNvPr id="5" name="Rectangle 4"/>
          <p:cNvSpPr/>
          <p:nvPr/>
        </p:nvSpPr>
        <p:spPr>
          <a:xfrm>
            <a:off x="502920" y="6327648"/>
            <a:ext cx="11155680" cy="2286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9966960" cy="182880"/>
          </a:xfrm>
          <a:prstGeom prst="rect">
            <a:avLst/>
          </a:prstGeom>
          <a:noFill/>
        </p:spPr>
        <p:txBody>
          <a:bodyPr wrap="square" lIns="0" rIns="0" tIns="0" bIns="0">
            <a:spAutoFit/>
          </a:bodyPr>
          <a:lstStyle/>
          <a:p>
            <a:pPr>
              <a:spcAft>
                <a:spcPts val="0"/>
              </a:spcAft>
              <a:defRPr sz="900" b="0">
                <a:solidFill>
                  <a:srgbClr val="526172"/>
                </a:solidFill>
                <a:latin typeface="Arial"/>
              </a:defRPr>
            </a:pPr>
            <a:r>
              <a:t>OHLA • TSF FASE IX | RT-04 • Para revisión; no autoriza simultaneidad expuesta</a:t>
            </a:r>
          </a:p>
        </p:txBody>
      </p:sp>
      <p:sp>
        <p:nvSpPr>
          <p:cNvPr id="7" name="TextBox 6"/>
          <p:cNvSpPr txBox="1"/>
          <p:nvPr/>
        </p:nvSpPr>
        <p:spPr>
          <a:xfrm>
            <a:off x="10972800" y="6428232"/>
            <a:ext cx="548640" cy="219456"/>
          </a:xfrm>
          <a:prstGeom prst="rect">
            <a:avLst/>
          </a:prstGeom>
          <a:noFill/>
        </p:spPr>
        <p:txBody>
          <a:bodyPr wrap="square" lIns="0" rIns="0" tIns="0" bIns="0">
            <a:spAutoFit/>
          </a:bodyPr>
          <a:lstStyle/>
          <a:p>
            <a:pPr>
              <a:spcAft>
                <a:spcPts val="0"/>
              </a:spcAft>
              <a:defRPr sz="1100" b="0">
                <a:solidFill>
                  <a:srgbClr val="526172"/>
                </a:solidFill>
                <a:latin typeface="Arial"/>
              </a:defRPr>
            </a:pPr>
            <a:r>
              <a:t>02</a:t>
            </a:r>
          </a:p>
        </p:txBody>
      </p:sp>
      <p:pic>
        <p:nvPicPr>
          <p:cNvPr id="8" name="Picture 7" descr="OPP_pedestal_5m_RT04.png"/>
          <p:cNvPicPr>
            <a:picLocks noChangeAspect="1"/>
          </p:cNvPicPr>
          <p:nvPr/>
        </p:nvPicPr>
        <p:blipFill>
          <a:blip r:embed="rId3"/>
          <a:stretch>
            <a:fillRect/>
          </a:stretch>
        </p:blipFill>
        <p:spPr>
          <a:xfrm>
            <a:off x="640080" y="1706940"/>
            <a:ext cx="10972800" cy="3535558"/>
          </a:xfrm>
          <a:prstGeom prst="rect">
            <a:avLst/>
          </a:prstGeom>
        </p:spPr>
      </p:pic>
      <p:sp>
        <p:nvSpPr>
          <p:cNvPr id="9" name="TextBox 8"/>
          <p:cNvSpPr txBox="1"/>
          <p:nvPr/>
        </p:nvSpPr>
        <p:spPr>
          <a:xfrm>
            <a:off x="822960" y="5440680"/>
            <a:ext cx="10607040" cy="320040"/>
          </a:xfrm>
          <a:prstGeom prst="rect">
            <a:avLst/>
          </a:prstGeom>
          <a:noFill/>
        </p:spPr>
        <p:txBody>
          <a:bodyPr wrap="square" lIns="0" rIns="0" tIns="0" bIns="0">
            <a:spAutoFit/>
          </a:bodyPr>
          <a:lstStyle/>
          <a:p>
            <a:pPr>
              <a:spcAft>
                <a:spcPts val="0"/>
              </a:spcAft>
              <a:defRPr sz="2200" b="1">
                <a:solidFill>
                  <a:srgbClr val="008C95"/>
                </a:solidFill>
                <a:latin typeface="Arial"/>
              </a:defRPr>
            </a:pPr>
            <a:r>
              <a:t>Ejemplo: pedestal → 5 m → malla 1 → 5 m → malla 2.</a:t>
            </a:r>
          </a:p>
        </p:txBody>
      </p:sp>
      <p:sp>
        <p:nvSpPr>
          <p:cNvPr id="10" name="TextBox 9"/>
          <p:cNvSpPr txBox="1"/>
          <p:nvPr/>
        </p:nvSpPr>
        <p:spPr>
          <a:xfrm>
            <a:off x="731520" y="5934456"/>
            <a:ext cx="10607040" cy="274320"/>
          </a:xfrm>
          <a:prstGeom prst="rect">
            <a:avLst/>
          </a:prstGeom>
          <a:noFill/>
        </p:spPr>
        <p:txBody>
          <a:bodyPr wrap="square" lIns="0" rIns="0" tIns="0" bIns="0">
            <a:spAutoFit/>
          </a:bodyPr>
          <a:lstStyle/>
          <a:p>
            <a:pPr>
              <a:spcAft>
                <a:spcPts val="0"/>
              </a:spcAft>
              <a:defRPr sz="1000" b="0">
                <a:solidFill>
                  <a:srgbClr val="526172"/>
                </a:solidFill>
                <a:latin typeface="Arial"/>
              </a:defRPr>
            </a:pPr>
            <a:r>
              <a:t>Mantener segregado el frente inferior expuesto durante las tareas generadoras de caída.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65760" y="329184"/>
            <a:ext cx="91440" cy="68580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9784080" cy="274320"/>
          </a:xfrm>
          <a:prstGeom prst="rect">
            <a:avLst/>
          </a:prstGeom>
          <a:noFill/>
        </p:spPr>
        <p:txBody>
          <a:bodyPr wrap="square" lIns="0" rIns="0" tIns="0" bIns="0">
            <a:spAutoFit/>
          </a:bodyPr>
          <a:lstStyle/>
          <a:p>
            <a:pPr>
              <a:spcAft>
                <a:spcPts val="0"/>
              </a:spcAft>
              <a:defRPr sz="1100" b="1">
                <a:solidFill>
                  <a:srgbClr val="008C95"/>
                </a:solidFill>
                <a:latin typeface="Arial"/>
              </a:defRPr>
            </a:pPr>
            <a:r>
              <a:t>BOSQUEJO SIN ESCALA • RT-04</a:t>
            </a:r>
          </a:p>
        </p:txBody>
      </p:sp>
      <p:sp>
        <p:nvSpPr>
          <p:cNvPr id="4" name="TextBox 3"/>
          <p:cNvSpPr txBox="1"/>
          <p:nvPr/>
        </p:nvSpPr>
        <p:spPr>
          <a:xfrm>
            <a:off x="640080" y="658368"/>
            <a:ext cx="10789920" cy="822960"/>
          </a:xfrm>
          <a:prstGeom prst="rect">
            <a:avLst/>
          </a:prstGeom>
          <a:noFill/>
        </p:spPr>
        <p:txBody>
          <a:bodyPr wrap="square" lIns="0" rIns="0" tIns="0" bIns="0">
            <a:spAutoFit/>
          </a:bodyPr>
          <a:lstStyle/>
          <a:p>
            <a:pPr>
              <a:spcAft>
                <a:spcPts val="0"/>
              </a:spcAft>
              <a:defRPr sz="2900" b="1">
                <a:solidFill>
                  <a:srgbClr val="192D56"/>
                </a:solidFill>
                <a:latin typeface="Arial"/>
              </a:defRPr>
            </a:pPr>
            <a:r>
              <a:t>Acceso: protección acompañando al frente activo</a:t>
            </a:r>
          </a:p>
        </p:txBody>
      </p:sp>
      <p:sp>
        <p:nvSpPr>
          <p:cNvPr id="5" name="Rectangle 4"/>
          <p:cNvSpPr/>
          <p:nvPr/>
        </p:nvSpPr>
        <p:spPr>
          <a:xfrm>
            <a:off x="502920" y="6327648"/>
            <a:ext cx="11155680" cy="2286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9966960" cy="182880"/>
          </a:xfrm>
          <a:prstGeom prst="rect">
            <a:avLst/>
          </a:prstGeom>
          <a:noFill/>
        </p:spPr>
        <p:txBody>
          <a:bodyPr wrap="square" lIns="0" rIns="0" tIns="0" bIns="0">
            <a:spAutoFit/>
          </a:bodyPr>
          <a:lstStyle/>
          <a:p>
            <a:pPr>
              <a:spcAft>
                <a:spcPts val="0"/>
              </a:spcAft>
              <a:defRPr sz="900" b="0">
                <a:solidFill>
                  <a:srgbClr val="526172"/>
                </a:solidFill>
                <a:latin typeface="Arial"/>
              </a:defRPr>
            </a:pPr>
            <a:r>
              <a:t>OHLA • TSF FASE IX | RT-04 • Para revisión; no autoriza simultaneidad expuesta</a:t>
            </a:r>
          </a:p>
        </p:txBody>
      </p:sp>
      <p:sp>
        <p:nvSpPr>
          <p:cNvPr id="7" name="TextBox 6"/>
          <p:cNvSpPr txBox="1"/>
          <p:nvPr/>
        </p:nvSpPr>
        <p:spPr>
          <a:xfrm>
            <a:off x="10972800" y="6428232"/>
            <a:ext cx="548640" cy="219456"/>
          </a:xfrm>
          <a:prstGeom prst="rect">
            <a:avLst/>
          </a:prstGeom>
          <a:noFill/>
        </p:spPr>
        <p:txBody>
          <a:bodyPr wrap="square" lIns="0" rIns="0" tIns="0" bIns="0">
            <a:spAutoFit/>
          </a:bodyPr>
          <a:lstStyle/>
          <a:p>
            <a:pPr>
              <a:spcAft>
                <a:spcPts val="0"/>
              </a:spcAft>
              <a:defRPr sz="1100" b="0">
                <a:solidFill>
                  <a:srgbClr val="526172"/>
                </a:solidFill>
                <a:latin typeface="Arial"/>
              </a:defRPr>
            </a:pPr>
            <a:r>
              <a:t>03</a:t>
            </a:r>
          </a:p>
        </p:txBody>
      </p:sp>
      <p:pic>
        <p:nvPicPr>
          <p:cNvPr id="8" name="Picture 7" descr="OPP_acceso_5m_RT04.png"/>
          <p:cNvPicPr>
            <a:picLocks noChangeAspect="1"/>
          </p:cNvPicPr>
          <p:nvPr/>
        </p:nvPicPr>
        <p:blipFill>
          <a:blip r:embed="rId3"/>
          <a:stretch>
            <a:fillRect/>
          </a:stretch>
        </p:blipFill>
        <p:spPr>
          <a:xfrm>
            <a:off x="640080" y="1709672"/>
            <a:ext cx="10972800" cy="3530094"/>
          </a:xfrm>
          <a:prstGeom prst="rect">
            <a:avLst/>
          </a:prstGeom>
        </p:spPr>
      </p:pic>
      <p:sp>
        <p:nvSpPr>
          <p:cNvPr id="9" name="TextBox 8"/>
          <p:cNvSpPr txBox="1"/>
          <p:nvPr/>
        </p:nvSpPr>
        <p:spPr>
          <a:xfrm>
            <a:off x="822960" y="5440680"/>
            <a:ext cx="10607040" cy="320040"/>
          </a:xfrm>
          <a:prstGeom prst="rect">
            <a:avLst/>
          </a:prstGeom>
          <a:noFill/>
        </p:spPr>
        <p:txBody>
          <a:bodyPr wrap="square" lIns="0" rIns="0" tIns="0" bIns="0">
            <a:spAutoFit/>
          </a:bodyPr>
          <a:lstStyle/>
          <a:p>
            <a:pPr>
              <a:spcAft>
                <a:spcPts val="0"/>
              </a:spcAft>
              <a:defRPr sz="2200" b="1">
                <a:solidFill>
                  <a:srgbClr val="008C95"/>
                </a:solidFill>
                <a:latin typeface="Arial"/>
              </a:defRPr>
            </a:pPr>
            <a:r>
              <a:t>El origen de las distancias avanza con el frente de habilitación.</a:t>
            </a:r>
          </a:p>
        </p:txBody>
      </p:sp>
      <p:sp>
        <p:nvSpPr>
          <p:cNvPr id="10" name="TextBox 9"/>
          <p:cNvSpPr txBox="1"/>
          <p:nvPr/>
        </p:nvSpPr>
        <p:spPr>
          <a:xfrm>
            <a:off x="731520" y="5934456"/>
            <a:ext cx="10607040" cy="274320"/>
          </a:xfrm>
          <a:prstGeom prst="rect">
            <a:avLst/>
          </a:prstGeom>
          <a:noFill/>
        </p:spPr>
        <p:txBody>
          <a:bodyPr wrap="square" lIns="0" rIns="0" tIns="0" bIns="0">
            <a:spAutoFit/>
          </a:bodyPr>
          <a:lstStyle/>
          <a:p>
            <a:pPr>
              <a:spcAft>
                <a:spcPts val="0"/>
              </a:spcAft>
              <a:defRPr sz="1000" b="0">
                <a:solidFill>
                  <a:srgbClr val="526172"/>
                </a:solidFill>
                <a:latin typeface="Arial"/>
              </a:defRPr>
            </a:pPr>
            <a:r>
              <a:t>El montaje o traslado de protecciones se realiza con evacuación y bloqueo inferior.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65760" y="329184"/>
            <a:ext cx="91440" cy="68580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9784080" cy="274320"/>
          </a:xfrm>
          <a:prstGeom prst="rect">
            <a:avLst/>
          </a:prstGeom>
          <a:noFill/>
        </p:spPr>
        <p:txBody>
          <a:bodyPr wrap="square" lIns="0" rIns="0" tIns="0" bIns="0">
            <a:spAutoFit/>
          </a:bodyPr>
          <a:lstStyle/>
          <a:p>
            <a:pPr>
              <a:spcAft>
                <a:spcPts val="0"/>
              </a:spcAft>
              <a:defRPr sz="1100" b="1">
                <a:solidFill>
                  <a:srgbClr val="008C95"/>
                </a:solidFill>
                <a:latin typeface="Arial"/>
              </a:defRPr>
            </a:pPr>
            <a:r>
              <a:t>TABLA 3 DEL SOLICITANTE • RT-04</a:t>
            </a:r>
          </a:p>
        </p:txBody>
      </p:sp>
      <p:sp>
        <p:nvSpPr>
          <p:cNvPr id="4" name="TextBox 3"/>
          <p:cNvSpPr txBox="1"/>
          <p:nvPr/>
        </p:nvSpPr>
        <p:spPr>
          <a:xfrm>
            <a:off x="640080" y="658368"/>
            <a:ext cx="10789920" cy="822960"/>
          </a:xfrm>
          <a:prstGeom prst="rect">
            <a:avLst/>
          </a:prstGeom>
          <a:noFill/>
        </p:spPr>
        <p:txBody>
          <a:bodyPr wrap="square" lIns="0" rIns="0" tIns="0" bIns="0">
            <a:spAutoFit/>
          </a:bodyPr>
          <a:lstStyle/>
          <a:p>
            <a:pPr>
              <a:spcAft>
                <a:spcPts val="0"/>
              </a:spcAft>
              <a:defRPr sz="2900" b="1">
                <a:solidFill>
                  <a:srgbClr val="192D56"/>
                </a:solidFill>
                <a:latin typeface="Arial"/>
              </a:defRPr>
            </a:pPr>
            <a:r>
              <a:t>Tabla geodinámica incorporada</a:t>
            </a:r>
          </a:p>
        </p:txBody>
      </p:sp>
      <p:sp>
        <p:nvSpPr>
          <p:cNvPr id="5" name="Rectangle 4"/>
          <p:cNvSpPr/>
          <p:nvPr/>
        </p:nvSpPr>
        <p:spPr>
          <a:xfrm>
            <a:off x="502920" y="6327648"/>
            <a:ext cx="11155680" cy="2286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9966960" cy="182880"/>
          </a:xfrm>
          <a:prstGeom prst="rect">
            <a:avLst/>
          </a:prstGeom>
          <a:noFill/>
        </p:spPr>
        <p:txBody>
          <a:bodyPr wrap="square" lIns="0" rIns="0" tIns="0" bIns="0">
            <a:spAutoFit/>
          </a:bodyPr>
          <a:lstStyle/>
          <a:p>
            <a:pPr>
              <a:spcAft>
                <a:spcPts val="0"/>
              </a:spcAft>
              <a:defRPr sz="900" b="0">
                <a:solidFill>
                  <a:srgbClr val="526172"/>
                </a:solidFill>
                <a:latin typeface="Arial"/>
              </a:defRPr>
            </a:pPr>
            <a:r>
              <a:t>OHLA • TSF FASE IX | RT-04 • Para revisión; no autoriza simultaneidad expuesta</a:t>
            </a:r>
          </a:p>
        </p:txBody>
      </p:sp>
      <p:sp>
        <p:nvSpPr>
          <p:cNvPr id="7" name="TextBox 6"/>
          <p:cNvSpPr txBox="1"/>
          <p:nvPr/>
        </p:nvSpPr>
        <p:spPr>
          <a:xfrm>
            <a:off x="10972800" y="6428232"/>
            <a:ext cx="548640" cy="219456"/>
          </a:xfrm>
          <a:prstGeom prst="rect">
            <a:avLst/>
          </a:prstGeom>
          <a:noFill/>
        </p:spPr>
        <p:txBody>
          <a:bodyPr wrap="square" lIns="0" rIns="0" tIns="0" bIns="0">
            <a:spAutoFit/>
          </a:bodyPr>
          <a:lstStyle/>
          <a:p>
            <a:pPr>
              <a:spcAft>
                <a:spcPts val="0"/>
              </a:spcAft>
              <a:defRPr sz="1100" b="0">
                <a:solidFill>
                  <a:srgbClr val="526172"/>
                </a:solidFill>
                <a:latin typeface="Arial"/>
              </a:defRPr>
            </a:pPr>
            <a:r>
              <a:t>04</a:t>
            </a:r>
          </a:p>
        </p:txBody>
      </p:sp>
      <p:graphicFrame>
        <p:nvGraphicFramePr>
          <p:cNvPr id="8" name="Table 7"/>
          <p:cNvGraphicFramePr>
            <a:graphicFrameLocks noGrp="1"/>
          </p:cNvGraphicFramePr>
          <p:nvPr/>
        </p:nvGraphicFramePr>
        <p:xfrm>
          <a:off x="731520" y="1828800"/>
          <a:ext cx="10698480" cy="2926080"/>
        </p:xfrm>
        <a:graphic>
          <a:graphicData uri="http://schemas.openxmlformats.org/drawingml/2006/table">
            <a:tbl>
              <a:tblPr firstRow="1" bandRow="1">
                <a:tableStyleId>{5C22544A-7EE6-4342-B048-85BDC9FD1C3A}</a:tableStyleId>
              </a:tblPr>
              <a:tblGrid>
                <a:gridCol w="2674620"/>
                <a:gridCol w="2674620"/>
                <a:gridCol w="2674620"/>
                <a:gridCol w="2674620"/>
              </a:tblGrid>
              <a:tr h="731520">
                <a:tc>
                  <a:txBody>
                    <a:bodyPr/>
                    <a:lstStyle/>
                    <a:p>
                      <a:pPr>
                        <a:defRPr sz="1800" b="1">
                          <a:solidFill>
                            <a:srgbClr val="FFFFFF"/>
                          </a:solidFill>
                          <a:latin typeface="Arial"/>
                        </a:defRPr>
                      </a:pPr>
                      <a:r>
                        <a:t>Material</a:t>
                      </a:r>
                    </a:p>
                  </a:txBody>
                  <a:tcPr marL="109728" marR="109728" marT="91440" marB="64008">
                    <a:solidFill>
                      <a:srgbClr val="192D56"/>
                    </a:solidFill>
                  </a:tcPr>
                </a:tc>
                <a:tc>
                  <a:txBody>
                    <a:bodyPr/>
                    <a:lstStyle/>
                    <a:p>
                      <a:pPr>
                        <a:defRPr sz="1800" b="1">
                          <a:solidFill>
                            <a:srgbClr val="FFFFFF"/>
                          </a:solidFill>
                          <a:latin typeface="Arial"/>
                        </a:defRPr>
                      </a:pPr>
                      <a:r>
                        <a:t>Rt / Rn</a:t>
                      </a:r>
                    </a:p>
                  </a:txBody>
                  <a:tcPr marL="109728" marR="109728" marT="91440" marB="64008">
                    <a:solidFill>
                      <a:srgbClr val="192D56"/>
                    </a:solidFill>
                  </a:tcPr>
                </a:tc>
                <a:tc>
                  <a:txBody>
                    <a:bodyPr/>
                    <a:lstStyle/>
                    <a:p>
                      <a:pPr>
                        <a:defRPr sz="1800" b="1">
                          <a:solidFill>
                            <a:srgbClr val="FFFFFF"/>
                          </a:solidFill>
                          <a:latin typeface="Arial"/>
                        </a:defRPr>
                      </a:pPr>
                      <a:r>
                        <a:t>Fricción</a:t>
                      </a:r>
                    </a:p>
                  </a:txBody>
                  <a:tcPr marL="109728" marR="109728" marT="91440" marB="64008">
                    <a:solidFill>
                      <a:srgbClr val="192D56"/>
                    </a:solidFill>
                  </a:tcPr>
                </a:tc>
                <a:tc>
                  <a:txBody>
                    <a:bodyPr/>
                    <a:lstStyle/>
                    <a:p>
                      <a:pPr>
                        <a:defRPr sz="1800" b="1">
                          <a:solidFill>
                            <a:srgbClr val="FFFFFF"/>
                          </a:solidFill>
                          <a:latin typeface="Arial"/>
                        </a:defRPr>
                      </a:pPr>
                      <a:r>
                        <a:t>Rugosidad media</a:t>
                      </a:r>
                    </a:p>
                  </a:txBody>
                  <a:tcPr marL="109728" marR="109728" marT="91440" marB="64008">
                    <a:solidFill>
                      <a:srgbClr val="192D56"/>
                    </a:solidFill>
                  </a:tcPr>
                </a:tc>
              </a:tr>
              <a:tr h="731520">
                <a:tc>
                  <a:txBody>
                    <a:bodyPr/>
                    <a:lstStyle/>
                    <a:p>
                      <a:pPr>
                        <a:defRPr sz="1800" b="0">
                          <a:solidFill>
                            <a:srgbClr val="192D56"/>
                          </a:solidFill>
                          <a:latin typeface="Arial"/>
                        </a:defRPr>
                      </a:pPr>
                      <a:r>
                        <a:t>Relleno 3B</a:t>
                      </a:r>
                    </a:p>
                  </a:txBody>
                  <a:tcPr marL="109728" marR="109728" marT="91440" marB="64008">
                    <a:solidFill>
                      <a:srgbClr val="EDF4F6"/>
                    </a:solidFill>
                  </a:tcPr>
                </a:tc>
                <a:tc>
                  <a:txBody>
                    <a:bodyPr/>
                    <a:lstStyle/>
                    <a:p>
                      <a:pPr>
                        <a:defRPr sz="1800" b="0">
                          <a:solidFill>
                            <a:srgbClr val="192D56"/>
                          </a:solidFill>
                          <a:latin typeface="Arial"/>
                        </a:defRPr>
                      </a:pPr>
                      <a:r>
                        <a:t>0,80 / 0,20</a:t>
                      </a:r>
                    </a:p>
                  </a:txBody>
                  <a:tcPr marL="109728" marR="109728" marT="91440" marB="64008">
                    <a:solidFill>
                      <a:srgbClr val="EDF4F6"/>
                    </a:solidFill>
                  </a:tcPr>
                </a:tc>
                <a:tc>
                  <a:txBody>
                    <a:bodyPr/>
                    <a:lstStyle/>
                    <a:p>
                      <a:pPr>
                        <a:defRPr sz="1800" b="0">
                          <a:solidFill>
                            <a:srgbClr val="192D56"/>
                          </a:solidFill>
                          <a:latin typeface="Arial"/>
                        </a:defRPr>
                      </a:pPr>
                      <a:r>
                        <a:t>30°</a:t>
                      </a:r>
                    </a:p>
                  </a:txBody>
                  <a:tcPr marL="109728" marR="109728" marT="91440" marB="64008">
                    <a:solidFill>
                      <a:srgbClr val="EDF4F6"/>
                    </a:solidFill>
                  </a:tcPr>
                </a:tc>
                <a:tc>
                  <a:txBody>
                    <a:bodyPr/>
                    <a:lstStyle/>
                    <a:p>
                      <a:pPr>
                        <a:defRPr sz="1800" b="0">
                          <a:solidFill>
                            <a:srgbClr val="192D56"/>
                          </a:solidFill>
                          <a:latin typeface="Arial"/>
                        </a:defRPr>
                      </a:pPr>
                      <a:r>
                        <a:t>5°</a:t>
                      </a:r>
                    </a:p>
                  </a:txBody>
                  <a:tcPr marL="109728" marR="109728" marT="91440" marB="64008">
                    <a:solidFill>
                      <a:srgbClr val="EDF4F6"/>
                    </a:solidFill>
                  </a:tcPr>
                </a:tc>
              </a:tr>
              <a:tr h="731520">
                <a:tc>
                  <a:txBody>
                    <a:bodyPr/>
                    <a:lstStyle/>
                    <a:p>
                      <a:pPr>
                        <a:defRPr sz="1800" b="0">
                          <a:solidFill>
                            <a:srgbClr val="192D56"/>
                          </a:solidFill>
                          <a:latin typeface="Arial"/>
                        </a:defRPr>
                      </a:pPr>
                      <a:r>
                        <a:t>Cobertura vegetal</a:t>
                      </a:r>
                    </a:p>
                  </a:txBody>
                  <a:tcPr marL="109728" marR="109728" marT="91440" marB="64008">
                    <a:solidFill>
                      <a:srgbClr val="F8FAFC"/>
                    </a:solidFill>
                  </a:tcPr>
                </a:tc>
                <a:tc>
                  <a:txBody>
                    <a:bodyPr/>
                    <a:lstStyle/>
                    <a:p>
                      <a:pPr>
                        <a:defRPr sz="1800" b="0">
                          <a:solidFill>
                            <a:srgbClr val="192D56"/>
                          </a:solidFill>
                          <a:latin typeface="Arial"/>
                        </a:defRPr>
                      </a:pPr>
                      <a:r>
                        <a:t>0,70 / 0,20</a:t>
                      </a:r>
                    </a:p>
                  </a:txBody>
                  <a:tcPr marL="109728" marR="109728" marT="91440" marB="64008">
                    <a:solidFill>
                      <a:srgbClr val="F8FAFC"/>
                    </a:solidFill>
                  </a:tcPr>
                </a:tc>
                <a:tc>
                  <a:txBody>
                    <a:bodyPr/>
                    <a:lstStyle/>
                    <a:p>
                      <a:pPr>
                        <a:defRPr sz="1800" b="0">
                          <a:solidFill>
                            <a:srgbClr val="192D56"/>
                          </a:solidFill>
                          <a:latin typeface="Arial"/>
                        </a:defRPr>
                      </a:pPr>
                      <a:r>
                        <a:t>28°</a:t>
                      </a:r>
                    </a:p>
                  </a:txBody>
                  <a:tcPr marL="109728" marR="109728" marT="91440" marB="64008">
                    <a:solidFill>
                      <a:srgbClr val="F8FAFC"/>
                    </a:solidFill>
                  </a:tcPr>
                </a:tc>
                <a:tc>
                  <a:txBody>
                    <a:bodyPr/>
                    <a:lstStyle/>
                    <a:p>
                      <a:pPr>
                        <a:defRPr sz="1800" b="0">
                          <a:solidFill>
                            <a:srgbClr val="192D56"/>
                          </a:solidFill>
                          <a:latin typeface="Arial"/>
                        </a:defRPr>
                      </a:pPr>
                      <a:r>
                        <a:t>5°</a:t>
                      </a:r>
                    </a:p>
                  </a:txBody>
                  <a:tcPr marL="109728" marR="109728" marT="91440" marB="64008">
                    <a:solidFill>
                      <a:srgbClr val="F8FAFC"/>
                    </a:solidFill>
                  </a:tcPr>
                </a:tc>
              </a:tr>
              <a:tr h="731520">
                <a:tc>
                  <a:txBody>
                    <a:bodyPr/>
                    <a:lstStyle/>
                    <a:p>
                      <a:pPr>
                        <a:defRPr sz="1800" b="0">
                          <a:solidFill>
                            <a:srgbClr val="192D56"/>
                          </a:solidFill>
                          <a:latin typeface="Arial"/>
                        </a:defRPr>
                      </a:pPr>
                      <a:r>
                        <a:t>Macizo rocoso</a:t>
                      </a:r>
                    </a:p>
                  </a:txBody>
                  <a:tcPr marL="109728" marR="109728" marT="91440" marB="64008">
                    <a:solidFill>
                      <a:srgbClr val="EDF4F6"/>
                    </a:solidFill>
                  </a:tcPr>
                </a:tc>
                <a:tc>
                  <a:txBody>
                    <a:bodyPr/>
                    <a:lstStyle/>
                    <a:p>
                      <a:pPr>
                        <a:defRPr sz="1800" b="0">
                          <a:solidFill>
                            <a:srgbClr val="192D56"/>
                          </a:solidFill>
                          <a:latin typeface="Arial"/>
                        </a:defRPr>
                      </a:pPr>
                      <a:r>
                        <a:t>0,95 / 0,50</a:t>
                      </a:r>
                    </a:p>
                  </a:txBody>
                  <a:tcPr marL="109728" marR="109728" marT="91440" marB="64008">
                    <a:solidFill>
                      <a:srgbClr val="EDF4F6"/>
                    </a:solidFill>
                  </a:tcPr>
                </a:tc>
                <a:tc>
                  <a:txBody>
                    <a:bodyPr/>
                    <a:lstStyle/>
                    <a:p>
                      <a:pPr>
                        <a:defRPr sz="1800" b="0">
                          <a:solidFill>
                            <a:srgbClr val="192D56"/>
                          </a:solidFill>
                          <a:latin typeface="Arial"/>
                        </a:defRPr>
                      </a:pPr>
                      <a:r>
                        <a:t>35°</a:t>
                      </a:r>
                    </a:p>
                  </a:txBody>
                  <a:tcPr marL="109728" marR="109728" marT="91440" marB="64008">
                    <a:solidFill>
                      <a:srgbClr val="EDF4F6"/>
                    </a:solidFill>
                  </a:tcPr>
                </a:tc>
                <a:tc>
                  <a:txBody>
                    <a:bodyPr/>
                    <a:lstStyle/>
                    <a:p>
                      <a:pPr>
                        <a:defRPr sz="1800" b="0">
                          <a:solidFill>
                            <a:srgbClr val="192D56"/>
                          </a:solidFill>
                          <a:latin typeface="Arial"/>
                        </a:defRPr>
                      </a:pPr>
                      <a:r>
                        <a:t>0°</a:t>
                      </a:r>
                    </a:p>
                  </a:txBody>
                  <a:tcPr marL="109728" marR="109728" marT="91440" marB="64008">
                    <a:solidFill>
                      <a:srgbClr val="EDF4F6"/>
                    </a:solidFill>
                  </a:tcPr>
                </a:tc>
              </a:tr>
            </a:tbl>
          </a:graphicData>
        </a:graphic>
      </p:graphicFrame>
      <p:sp>
        <p:nvSpPr>
          <p:cNvPr id="9" name="TextBox 8"/>
          <p:cNvSpPr txBox="1"/>
          <p:nvPr/>
        </p:nvSpPr>
        <p:spPr>
          <a:xfrm>
            <a:off x="914400" y="5074920"/>
            <a:ext cx="10332720" cy="640080"/>
          </a:xfrm>
          <a:prstGeom prst="rect">
            <a:avLst/>
          </a:prstGeom>
          <a:noFill/>
        </p:spPr>
        <p:txBody>
          <a:bodyPr wrap="square" lIns="0" rIns="0" tIns="0" bIns="0">
            <a:spAutoFit/>
          </a:bodyPr>
          <a:lstStyle/>
          <a:p>
            <a:pPr>
              <a:spcAft>
                <a:spcPts val="0"/>
              </a:spcAft>
              <a:defRPr sz="2100" b="1">
                <a:solidFill>
                  <a:srgbClr val="192D56"/>
                </a:solidFill>
                <a:latin typeface="Arial"/>
              </a:defRPr>
            </a:pPr>
            <a:r>
              <a:t>Suelo de cimentación del Anexo: γ=19 kN/m³, φ=37°, c=0 y Kp=4,02.</a:t>
            </a:r>
          </a:p>
        </p:txBody>
      </p:sp>
      <p:sp>
        <p:nvSpPr>
          <p:cNvPr id="10" name="TextBox 9"/>
          <p:cNvSpPr txBox="1"/>
          <p:nvPr/>
        </p:nvSpPr>
        <p:spPr>
          <a:xfrm>
            <a:off x="731520" y="5934456"/>
            <a:ext cx="10607040" cy="274320"/>
          </a:xfrm>
          <a:prstGeom prst="rect">
            <a:avLst/>
          </a:prstGeom>
          <a:noFill/>
        </p:spPr>
        <p:txBody>
          <a:bodyPr wrap="square" lIns="0" rIns="0" tIns="0" bIns="0">
            <a:spAutoFit/>
          </a:bodyPr>
          <a:lstStyle/>
          <a:p>
            <a:pPr>
              <a:spcAft>
                <a:spcPts val="0"/>
              </a:spcAft>
              <a:defRPr sz="1000" b="0">
                <a:solidFill>
                  <a:srgbClr val="526172"/>
                </a:solidFill>
                <a:latin typeface="Arial"/>
              </a:defRPr>
            </a:pPr>
            <a:r>
              <a:t>Geodinámica de trayectoria y resistencia de cimentación conservadas en grupos distintos.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365760" y="329184"/>
            <a:ext cx="91440" cy="68580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56032"/>
            <a:ext cx="9784080" cy="274320"/>
          </a:xfrm>
          <a:prstGeom prst="rect">
            <a:avLst/>
          </a:prstGeom>
          <a:noFill/>
        </p:spPr>
        <p:txBody>
          <a:bodyPr wrap="square" lIns="0" rIns="0" tIns="0" bIns="0">
            <a:spAutoFit/>
          </a:bodyPr>
          <a:lstStyle/>
          <a:p>
            <a:pPr>
              <a:spcAft>
                <a:spcPts val="0"/>
              </a:spcAft>
              <a:defRPr sz="1100" b="1">
                <a:solidFill>
                  <a:srgbClr val="008C95"/>
                </a:solidFill>
                <a:latin typeface="Arial"/>
              </a:defRPr>
            </a:pPr>
            <a:r>
              <a:t>EUCALIPTO Y DOBLE MALLA • RT-04</a:t>
            </a:r>
          </a:p>
        </p:txBody>
      </p:sp>
      <p:sp>
        <p:nvSpPr>
          <p:cNvPr id="4" name="TextBox 3"/>
          <p:cNvSpPr txBox="1"/>
          <p:nvPr/>
        </p:nvSpPr>
        <p:spPr>
          <a:xfrm>
            <a:off x="640080" y="658368"/>
            <a:ext cx="10789920" cy="822960"/>
          </a:xfrm>
          <a:prstGeom prst="rect">
            <a:avLst/>
          </a:prstGeom>
          <a:noFill/>
        </p:spPr>
        <p:txBody>
          <a:bodyPr wrap="square" lIns="0" rIns="0" tIns="0" bIns="0">
            <a:spAutoFit/>
          </a:bodyPr>
          <a:lstStyle/>
          <a:p>
            <a:pPr>
              <a:spcAft>
                <a:spcPts val="0"/>
              </a:spcAft>
              <a:defRPr sz="2900" b="1">
                <a:solidFill>
                  <a:srgbClr val="192D56"/>
                </a:solidFill>
                <a:latin typeface="Arial"/>
              </a:defRPr>
            </a:pPr>
            <a:r>
              <a:t>Resultados originales del Anexo 2 conservados</a:t>
            </a:r>
          </a:p>
        </p:txBody>
      </p:sp>
      <p:sp>
        <p:nvSpPr>
          <p:cNvPr id="5" name="Rectangle 4"/>
          <p:cNvSpPr/>
          <p:nvPr/>
        </p:nvSpPr>
        <p:spPr>
          <a:xfrm>
            <a:off x="502920" y="6327648"/>
            <a:ext cx="11155680" cy="22860"/>
          </a:xfrm>
          <a:prstGeom prst="rect">
            <a:avLst/>
          </a:prstGeom>
          <a:solidFill>
            <a:srgbClr val="008C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6455664"/>
            <a:ext cx="9966960" cy="182880"/>
          </a:xfrm>
          <a:prstGeom prst="rect">
            <a:avLst/>
          </a:prstGeom>
          <a:noFill/>
        </p:spPr>
        <p:txBody>
          <a:bodyPr wrap="square" lIns="0" rIns="0" tIns="0" bIns="0">
            <a:spAutoFit/>
          </a:bodyPr>
          <a:lstStyle/>
          <a:p>
            <a:pPr>
              <a:spcAft>
                <a:spcPts val="0"/>
              </a:spcAft>
              <a:defRPr sz="900" b="0">
                <a:solidFill>
                  <a:srgbClr val="526172"/>
                </a:solidFill>
                <a:latin typeface="Arial"/>
              </a:defRPr>
            </a:pPr>
            <a:r>
              <a:t>OHLA • TSF FASE IX | RT-04 • Para revisión; no autoriza simultaneidad expuesta</a:t>
            </a:r>
          </a:p>
        </p:txBody>
      </p:sp>
      <p:sp>
        <p:nvSpPr>
          <p:cNvPr id="7" name="TextBox 6"/>
          <p:cNvSpPr txBox="1"/>
          <p:nvPr/>
        </p:nvSpPr>
        <p:spPr>
          <a:xfrm>
            <a:off x="10972800" y="6428232"/>
            <a:ext cx="548640" cy="219456"/>
          </a:xfrm>
          <a:prstGeom prst="rect">
            <a:avLst/>
          </a:prstGeom>
          <a:noFill/>
        </p:spPr>
        <p:txBody>
          <a:bodyPr wrap="square" lIns="0" rIns="0" tIns="0" bIns="0">
            <a:spAutoFit/>
          </a:bodyPr>
          <a:lstStyle/>
          <a:p>
            <a:pPr>
              <a:spcAft>
                <a:spcPts val="0"/>
              </a:spcAft>
              <a:defRPr sz="1100" b="0">
                <a:solidFill>
                  <a:srgbClr val="526172"/>
                </a:solidFill>
                <a:latin typeface="Arial"/>
              </a:defRPr>
            </a:pPr>
            <a:r>
              <a:t>05</a:t>
            </a:r>
          </a:p>
        </p:txBody>
      </p:sp>
      <p:graphicFrame>
        <p:nvGraphicFramePr>
          <p:cNvPr id="8" name="Table 7"/>
          <p:cNvGraphicFramePr>
            <a:graphicFrameLocks noGrp="1"/>
          </p:cNvGraphicFramePr>
          <p:nvPr/>
        </p:nvGraphicFramePr>
        <p:xfrm>
          <a:off x="731520" y="1737360"/>
          <a:ext cx="10698480" cy="3840479"/>
        </p:xfrm>
        <a:graphic>
          <a:graphicData uri="http://schemas.openxmlformats.org/drawingml/2006/table">
            <a:tbl>
              <a:tblPr firstRow="1" bandRow="1">
                <a:tableStyleId>{5C22544A-7EE6-4342-B048-85BDC9FD1C3A}</a:tableStyleId>
              </a:tblPr>
              <a:tblGrid>
                <a:gridCol w="3566160"/>
                <a:gridCol w="3566160"/>
                <a:gridCol w="3566160"/>
              </a:tblGrid>
              <a:tr h="640079">
                <a:tc>
                  <a:txBody>
                    <a:bodyPr/>
                    <a:lstStyle/>
                    <a:p>
                      <a:pPr>
                        <a:defRPr sz="1800" b="1">
                          <a:solidFill>
                            <a:srgbClr val="FFFFFF"/>
                          </a:solidFill>
                          <a:latin typeface="Arial"/>
                        </a:defRPr>
                      </a:pPr>
                      <a:r>
                        <a:t>Comprobación original</a:t>
                      </a:r>
                    </a:p>
                  </a:txBody>
                  <a:tcPr marL="109728" marR="109728" marT="91440" marB="64008">
                    <a:solidFill>
                      <a:srgbClr val="192D56"/>
                    </a:solidFill>
                  </a:tcPr>
                </a:tc>
                <a:tc>
                  <a:txBody>
                    <a:bodyPr/>
                    <a:lstStyle/>
                    <a:p>
                      <a:pPr>
                        <a:defRPr sz="1800" b="1">
                          <a:solidFill>
                            <a:srgbClr val="FFFFFF"/>
                          </a:solidFill>
                          <a:latin typeface="Arial"/>
                        </a:defRPr>
                      </a:pPr>
                      <a:r>
                        <a:t>Sector 1</a:t>
                      </a:r>
                    </a:p>
                  </a:txBody>
                  <a:tcPr marL="109728" marR="109728" marT="91440" marB="64008">
                    <a:solidFill>
                      <a:srgbClr val="192D56"/>
                    </a:solidFill>
                  </a:tcPr>
                </a:tc>
                <a:tc>
                  <a:txBody>
                    <a:bodyPr/>
                    <a:lstStyle/>
                    <a:p>
                      <a:pPr>
                        <a:defRPr sz="1800" b="1">
                          <a:solidFill>
                            <a:srgbClr val="FFFFFF"/>
                          </a:solidFill>
                          <a:latin typeface="Arial"/>
                        </a:defRPr>
                      </a:pPr>
                      <a:r>
                        <a:t>Sector 2</a:t>
                      </a:r>
                    </a:p>
                  </a:txBody>
                  <a:tcPr marL="109728" marR="109728" marT="91440" marB="64008">
                    <a:solidFill>
                      <a:srgbClr val="192D56"/>
                    </a:solidFill>
                  </a:tcPr>
                </a:tc>
              </a:tr>
              <a:tr h="640079">
                <a:tc>
                  <a:txBody>
                    <a:bodyPr/>
                    <a:lstStyle/>
                    <a:p>
                      <a:pPr>
                        <a:defRPr sz="1800" b="0">
                          <a:solidFill>
                            <a:srgbClr val="192D56"/>
                          </a:solidFill>
                          <a:latin typeface="Arial"/>
                        </a:defRPr>
                      </a:pPr>
                      <a:r>
                        <a:t>Ed</a:t>
                      </a:r>
                    </a:p>
                  </a:txBody>
                  <a:tcPr marL="109728" marR="109728" marT="91440" marB="64008">
                    <a:solidFill>
                      <a:srgbClr val="EDF4F6"/>
                    </a:solidFill>
                  </a:tcPr>
                </a:tc>
                <a:tc>
                  <a:txBody>
                    <a:bodyPr/>
                    <a:lstStyle/>
                    <a:p>
                      <a:pPr>
                        <a:defRPr sz="1800" b="0">
                          <a:solidFill>
                            <a:srgbClr val="192D56"/>
                          </a:solidFill>
                          <a:latin typeface="Arial"/>
                        </a:defRPr>
                      </a:pPr>
                      <a:r>
                        <a:t>12,0 kJ</a:t>
                      </a:r>
                    </a:p>
                  </a:txBody>
                  <a:tcPr marL="109728" marR="109728" marT="91440" marB="64008">
                    <a:solidFill>
                      <a:srgbClr val="EDF4F6"/>
                    </a:solidFill>
                  </a:tcPr>
                </a:tc>
                <a:tc>
                  <a:txBody>
                    <a:bodyPr/>
                    <a:lstStyle/>
                    <a:p>
                      <a:pPr>
                        <a:defRPr sz="1800" b="0">
                          <a:solidFill>
                            <a:srgbClr val="192D56"/>
                          </a:solidFill>
                          <a:latin typeface="Arial"/>
                        </a:defRPr>
                      </a:pPr>
                      <a:r>
                        <a:t>16,6 kJ</a:t>
                      </a:r>
                    </a:p>
                  </a:txBody>
                  <a:tcPr marL="109728" marR="109728" marT="91440" marB="64008">
                    <a:solidFill>
                      <a:srgbClr val="EDF4F6"/>
                    </a:solidFill>
                  </a:tcPr>
                </a:tc>
              </a:tr>
              <a:tr h="640079">
                <a:tc>
                  <a:txBody>
                    <a:bodyPr/>
                    <a:lstStyle/>
                    <a:p>
                      <a:pPr>
                        <a:defRPr sz="1800" b="0">
                          <a:solidFill>
                            <a:srgbClr val="192D56"/>
                          </a:solidFill>
                          <a:latin typeface="Arial"/>
                        </a:defRPr>
                      </a:pPr>
                      <a:r>
                        <a:t>F pico</a:t>
                      </a:r>
                    </a:p>
                  </a:txBody>
                  <a:tcPr marL="109728" marR="109728" marT="91440" marB="64008">
                    <a:solidFill>
                      <a:srgbClr val="F8FAFC"/>
                    </a:solidFill>
                  </a:tcPr>
                </a:tc>
                <a:tc>
                  <a:txBody>
                    <a:bodyPr/>
                    <a:lstStyle/>
                    <a:p>
                      <a:pPr>
                        <a:defRPr sz="1800" b="0">
                          <a:solidFill>
                            <a:srgbClr val="192D56"/>
                          </a:solidFill>
                          <a:latin typeface="Arial"/>
                        </a:defRPr>
                      </a:pPr>
                      <a:r>
                        <a:t>16,00 kN</a:t>
                      </a:r>
                    </a:p>
                  </a:txBody>
                  <a:tcPr marL="109728" marR="109728" marT="91440" marB="64008">
                    <a:solidFill>
                      <a:srgbClr val="F8FAFC"/>
                    </a:solidFill>
                  </a:tcPr>
                </a:tc>
                <a:tc>
                  <a:txBody>
                    <a:bodyPr/>
                    <a:lstStyle/>
                    <a:p>
                      <a:pPr>
                        <a:defRPr sz="1800" b="0">
                          <a:solidFill>
                            <a:srgbClr val="192D56"/>
                          </a:solidFill>
                          <a:latin typeface="Arial"/>
                        </a:defRPr>
                      </a:pPr>
                      <a:r>
                        <a:t>22,13 kN</a:t>
                      </a:r>
                    </a:p>
                  </a:txBody>
                  <a:tcPr marL="109728" marR="109728" marT="91440" marB="64008">
                    <a:solidFill>
                      <a:srgbClr val="F8FAFC"/>
                    </a:solidFill>
                  </a:tcPr>
                </a:tc>
              </a:tr>
              <a:tr h="640079">
                <a:tc>
                  <a:txBody>
                    <a:bodyPr/>
                    <a:lstStyle/>
                    <a:p>
                      <a:pPr>
                        <a:defRPr sz="1800" b="0">
                          <a:solidFill>
                            <a:srgbClr val="192D56"/>
                          </a:solidFill>
                          <a:latin typeface="Arial"/>
                        </a:defRPr>
                      </a:pPr>
                      <a:r>
                        <a:t>RU doble malla</a:t>
                      </a:r>
                    </a:p>
                  </a:txBody>
                  <a:tcPr marL="109728" marR="109728" marT="91440" marB="64008">
                    <a:solidFill>
                      <a:srgbClr val="EDF4F6"/>
                    </a:solidFill>
                  </a:tcPr>
                </a:tc>
                <a:tc>
                  <a:txBody>
                    <a:bodyPr/>
                    <a:lstStyle/>
                    <a:p>
                      <a:pPr>
                        <a:defRPr sz="1800" b="0">
                          <a:solidFill>
                            <a:srgbClr val="192D56"/>
                          </a:solidFill>
                          <a:latin typeface="Arial"/>
                        </a:defRPr>
                      </a:pPr>
                      <a:r>
                        <a:t>0,64</a:t>
                      </a:r>
                    </a:p>
                  </a:txBody>
                  <a:tcPr marL="109728" marR="109728" marT="91440" marB="64008">
                    <a:solidFill>
                      <a:srgbClr val="EDF4F6"/>
                    </a:solidFill>
                  </a:tcPr>
                </a:tc>
                <a:tc>
                  <a:txBody>
                    <a:bodyPr/>
                    <a:lstStyle/>
                    <a:p>
                      <a:pPr>
                        <a:defRPr sz="1800" b="0">
                          <a:solidFill>
                            <a:srgbClr val="192D56"/>
                          </a:solidFill>
                          <a:latin typeface="Arial"/>
                        </a:defRPr>
                      </a:pPr>
                      <a:r>
                        <a:t>0,88</a:t>
                      </a:r>
                    </a:p>
                  </a:txBody>
                  <a:tcPr marL="109728" marR="109728" marT="91440" marB="64008">
                    <a:solidFill>
                      <a:srgbClr val="EDF4F6"/>
                    </a:solidFill>
                  </a:tcPr>
                </a:tc>
              </a:tr>
              <a:tr h="640079">
                <a:tc>
                  <a:txBody>
                    <a:bodyPr/>
                    <a:lstStyle/>
                    <a:p>
                      <a:pPr>
                        <a:defRPr sz="1800" b="0">
                          <a:solidFill>
                            <a:srgbClr val="192D56"/>
                          </a:solidFill>
                          <a:latin typeface="Arial"/>
                        </a:defRPr>
                      </a:pPr>
                      <a:r>
                        <a:t>RU flexión eucalipto</a:t>
                      </a:r>
                    </a:p>
                  </a:txBody>
                  <a:tcPr marL="109728" marR="109728" marT="91440" marB="64008">
                    <a:solidFill>
                      <a:srgbClr val="F8FAFC"/>
                    </a:solidFill>
                  </a:tcPr>
                </a:tc>
                <a:tc>
                  <a:txBody>
                    <a:bodyPr/>
                    <a:lstStyle/>
                    <a:p>
                      <a:pPr>
                        <a:defRPr sz="1800" b="0">
                          <a:solidFill>
                            <a:srgbClr val="192D56"/>
                          </a:solidFill>
                          <a:latin typeface="Arial"/>
                        </a:defRPr>
                      </a:pPr>
                      <a:r>
                        <a:t>0,54</a:t>
                      </a:r>
                    </a:p>
                  </a:txBody>
                  <a:tcPr marL="109728" marR="109728" marT="91440" marB="64008">
                    <a:solidFill>
                      <a:srgbClr val="F8FAFC"/>
                    </a:solidFill>
                  </a:tcPr>
                </a:tc>
                <a:tc>
                  <a:txBody>
                    <a:bodyPr/>
                    <a:lstStyle/>
                    <a:p>
                      <a:pPr>
                        <a:defRPr sz="1800" b="0">
                          <a:solidFill>
                            <a:srgbClr val="192D56"/>
                          </a:solidFill>
                          <a:latin typeface="Arial"/>
                        </a:defRPr>
                      </a:pPr>
                      <a:r>
                        <a:t>0,74</a:t>
                      </a:r>
                    </a:p>
                  </a:txBody>
                  <a:tcPr marL="109728" marR="109728" marT="91440" marB="64008">
                    <a:solidFill>
                      <a:srgbClr val="F8FAFC"/>
                    </a:solidFill>
                  </a:tcPr>
                </a:tc>
              </a:tr>
              <a:tr h="640084">
                <a:tc>
                  <a:txBody>
                    <a:bodyPr/>
                    <a:lstStyle/>
                    <a:p>
                      <a:pPr>
                        <a:defRPr sz="1800" b="0">
                          <a:solidFill>
                            <a:srgbClr val="192D56"/>
                          </a:solidFill>
                          <a:latin typeface="Arial"/>
                        </a:defRPr>
                      </a:pPr>
                      <a:r>
                        <a:t>FS cable perimetral</a:t>
                      </a:r>
                    </a:p>
                  </a:txBody>
                  <a:tcPr marL="109728" marR="109728" marT="91440" marB="64008">
                    <a:solidFill>
                      <a:srgbClr val="EDF4F6"/>
                    </a:solidFill>
                  </a:tcPr>
                </a:tc>
                <a:tc>
                  <a:txBody>
                    <a:bodyPr/>
                    <a:lstStyle/>
                    <a:p>
                      <a:pPr>
                        <a:defRPr sz="1800" b="0">
                          <a:solidFill>
                            <a:srgbClr val="192D56"/>
                          </a:solidFill>
                          <a:latin typeface="Arial"/>
                        </a:defRPr>
                      </a:pPr>
                      <a:r>
                        <a:t>4,41</a:t>
                      </a:r>
                    </a:p>
                  </a:txBody>
                  <a:tcPr marL="109728" marR="109728" marT="91440" marB="64008">
                    <a:solidFill>
                      <a:srgbClr val="EDF4F6"/>
                    </a:solidFill>
                  </a:tcPr>
                </a:tc>
                <a:tc>
                  <a:txBody>
                    <a:bodyPr/>
                    <a:lstStyle/>
                    <a:p>
                      <a:pPr>
                        <a:defRPr sz="1800" b="0">
                          <a:solidFill>
                            <a:srgbClr val="192D56"/>
                          </a:solidFill>
                          <a:latin typeface="Arial"/>
                        </a:defRPr>
                      </a:pPr>
                      <a:r>
                        <a:t>3,19</a:t>
                      </a:r>
                    </a:p>
                  </a:txBody>
                  <a:tcPr marL="109728" marR="109728" marT="91440" marB="64008">
                    <a:solidFill>
                      <a:srgbClr val="EDF4F6"/>
                    </a:solidFill>
                  </a:tcPr>
                </a:tc>
              </a:tr>
            </a:tbl>
          </a:graphicData>
        </a:graphic>
      </p:graphicFrame>
      <p:sp>
        <p:nvSpPr>
          <p:cNvPr id="9" name="TextBox 8"/>
          <p:cNvSpPr txBox="1"/>
          <p:nvPr/>
        </p:nvSpPr>
        <p:spPr>
          <a:xfrm>
            <a:off x="914400" y="5486400"/>
            <a:ext cx="10424160" cy="320040"/>
          </a:xfrm>
          <a:prstGeom prst="rect">
            <a:avLst/>
          </a:prstGeom>
          <a:noFill/>
        </p:spPr>
        <p:txBody>
          <a:bodyPr wrap="square" lIns="0" rIns="0" tIns="0" bIns="0">
            <a:spAutoFit/>
          </a:bodyPr>
          <a:lstStyle/>
          <a:p>
            <a:pPr>
              <a:spcAft>
                <a:spcPts val="0"/>
              </a:spcAft>
              <a:defRPr sz="2000" b="1">
                <a:solidFill>
                  <a:srgbClr val="008C95"/>
                </a:solidFill>
                <a:latin typeface="Arial"/>
              </a:defRPr>
            </a:pPr>
            <a:r>
              <a:t>Se conserva el eucalipto y la configuración de componentes del Anexo.</a:t>
            </a:r>
          </a:p>
        </p:txBody>
      </p:sp>
      <p:sp>
        <p:nvSpPr>
          <p:cNvPr id="10" name="TextBox 9"/>
          <p:cNvSpPr txBox="1"/>
          <p:nvPr/>
        </p:nvSpPr>
        <p:spPr>
          <a:xfrm>
            <a:off x="731520" y="5934456"/>
            <a:ext cx="10607040" cy="274320"/>
          </a:xfrm>
          <a:prstGeom prst="rect">
            <a:avLst/>
          </a:prstGeom>
          <a:noFill/>
        </p:spPr>
        <p:txBody>
          <a:bodyPr wrap="square" lIns="0" rIns="0" tIns="0" bIns="0">
            <a:spAutoFit/>
          </a:bodyPr>
          <a:lstStyle/>
          <a:p>
            <a:pPr>
              <a:spcAft>
                <a:spcPts val="0"/>
              </a:spcAft>
              <a:defRPr sz="1000" b="0">
                <a:solidFill>
                  <a:srgbClr val="526172"/>
                </a:solidFill>
                <a:latin typeface="Arial"/>
              </a:defRPr>
            </a:pPr>
            <a:r>
              <a:t>Datos originales: Anexo 2 pp.8–13. Alcance y restricciones en informe RT-04.</a:t>
            </a:r>
          </a:p>
        </p:txBody>
      </p:sp>
    </p:spTree>
  </p:cSld>
  <p:clrMapOvr>
    <a:masterClrMapping/>
  </p:clrMapOvr>
</p:sld>
</file>

<file path=ppt/theme/theme1.xml><?xml version="1.0" encoding="utf-8"?>
<a:theme xmlns:a="http://schemas.openxmlformats.org/drawingml/2006/main" name="Portadas y portadillas">
  <a:themeElements>
    <a:clrScheme name="OHLA">
      <a:dk1>
        <a:srgbClr val="000000"/>
      </a:dk1>
      <a:lt1>
        <a:srgbClr val="FFFFFF"/>
      </a:lt1>
      <a:dk2>
        <a:srgbClr val="26327F"/>
      </a:dk2>
      <a:lt2>
        <a:srgbClr val="FFFFFF"/>
      </a:lt2>
      <a:accent1>
        <a:srgbClr val="00AB95"/>
      </a:accent1>
      <a:accent2>
        <a:srgbClr val="26327F"/>
      </a:accent2>
      <a:accent3>
        <a:srgbClr val="00AB95"/>
      </a:accent3>
      <a:accent4>
        <a:srgbClr val="26327F"/>
      </a:accent4>
      <a:accent5>
        <a:srgbClr val="00AB95"/>
      </a:accent5>
      <a:accent6>
        <a:srgbClr val="26327F"/>
      </a:accent6>
      <a:hlink>
        <a:srgbClr val="00AB95"/>
      </a:hlink>
      <a:folHlink>
        <a:srgbClr val="26327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HLA_Plantilla_PPT_01" id="{174AEC33-5F0C-3040-9C38-949D373FE2FA}" vid="{4F47434A-43EA-CE43-AA1E-794A62435F2F}"/>
    </a:ext>
  </a:extLst>
</a:theme>
</file>

<file path=ppt/theme/theme2.xml><?xml version="1.0" encoding="utf-8"?>
<a:theme xmlns:a="http://schemas.openxmlformats.org/drawingml/2006/main" name="Diapositivas">
  <a:themeElements>
    <a:clrScheme name="OHLA">
      <a:dk1>
        <a:srgbClr val="000000"/>
      </a:dk1>
      <a:lt1>
        <a:srgbClr val="FFFFFF"/>
      </a:lt1>
      <a:dk2>
        <a:srgbClr val="26327F"/>
      </a:dk2>
      <a:lt2>
        <a:srgbClr val="FFFFFF"/>
      </a:lt2>
      <a:accent1>
        <a:srgbClr val="00AB95"/>
      </a:accent1>
      <a:accent2>
        <a:srgbClr val="26327F"/>
      </a:accent2>
      <a:accent3>
        <a:srgbClr val="00AB95"/>
      </a:accent3>
      <a:accent4>
        <a:srgbClr val="26327F"/>
      </a:accent4>
      <a:accent5>
        <a:srgbClr val="00AB95"/>
      </a:accent5>
      <a:accent6>
        <a:srgbClr val="26327F"/>
      </a:accent6>
      <a:hlink>
        <a:srgbClr val="00AB95"/>
      </a:hlink>
      <a:folHlink>
        <a:srgbClr val="26327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HLA_Plantilla_PPT_01" id="{174AEC33-5F0C-3040-9C38-949D373FE2FA}" vid="{DEA536B6-AFE9-E242-81CA-3B2F5654D54F}"/>
    </a:ext>
  </a:extLst>
</a:theme>
</file>

<file path=ppt/theme/theme3.xml><?xml version="1.0" encoding="utf-8"?>
<a:theme xmlns:a="http://schemas.openxmlformats.org/drawingml/2006/main" name="1_Diapositivas">
  <a:themeElements>
    <a:clrScheme name="OHLA">
      <a:dk1>
        <a:srgbClr val="000000"/>
      </a:dk1>
      <a:lt1>
        <a:srgbClr val="FFFFFF"/>
      </a:lt1>
      <a:dk2>
        <a:srgbClr val="26327F"/>
      </a:dk2>
      <a:lt2>
        <a:srgbClr val="FFFFFF"/>
      </a:lt2>
      <a:accent1>
        <a:srgbClr val="00AB95"/>
      </a:accent1>
      <a:accent2>
        <a:srgbClr val="26327F"/>
      </a:accent2>
      <a:accent3>
        <a:srgbClr val="00AB95"/>
      </a:accent3>
      <a:accent4>
        <a:srgbClr val="26327F"/>
      </a:accent4>
      <a:accent5>
        <a:srgbClr val="00AB95"/>
      </a:accent5>
      <a:accent6>
        <a:srgbClr val="26327F"/>
      </a:accent6>
      <a:hlink>
        <a:srgbClr val="00AB95"/>
      </a:hlink>
      <a:folHlink>
        <a:srgbClr val="26327F"/>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HLA_Plantilla_PPT_01" id="{174AEC33-5F0C-3040-9C38-949D373FE2FA}" vid="{DEA536B6-AFE9-E242-81CA-3B2F5654D54F}"/>
    </a:ext>
  </a:ext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c75abbe-6039-43d9-8129-a512f7cad1ea">
      <Terms xmlns="http://schemas.microsoft.com/office/infopath/2007/PartnerControls"/>
    </lcf76f155ced4ddcb4097134ff3c332f>
    <TaxCatchAll xmlns="3f23e5d5-0892-402f-9f6b-3e21ec40b34d"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TC_documentoOHL" ma:contentTypeID="0x0101006E452229A17967418DF33640A1281E27009A14DD3DDADBD74DA93359E933CBE834" ma:contentTypeVersion="23" ma:contentTypeDescription="Crear nuevo documento." ma:contentTypeScope="" ma:versionID="ba064e6219275389c7a5931f53354562">
  <xsd:schema xmlns:xsd="http://www.w3.org/2001/XMLSchema" xmlns:xs="http://www.w3.org/2001/XMLSchema" xmlns:p="http://schemas.microsoft.com/office/2006/metadata/properties" xmlns:ns2="ac75abbe-6039-43d9-8129-a512f7cad1ea" xmlns:ns3="3f23e5d5-0892-402f-9f6b-3e21ec40b34d" targetNamespace="http://schemas.microsoft.com/office/2006/metadata/properties" ma:root="true" ma:fieldsID="5a00ab09b07fb9c8b861565b66206e49" ns2:_="" ns3:_="">
    <xsd:import namespace="ac75abbe-6039-43d9-8129-a512f7cad1ea"/>
    <xsd:import namespace="3f23e5d5-0892-402f-9f6b-3e21ec40b34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BillingMetadata"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c75abbe-6039-43d9-8129-a512f7cad1e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Etiquetas de imagen" ma:readOnly="false" ma:fieldId="{5cf76f15-5ced-4ddc-b409-7134ff3c332f}" ma:taxonomyMulti="true" ma:sspId="8a3a146e-d310-466b-91c0-28d8771f0557"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BillingMetadata" ma:index="19" nillable="true" ma:displayName="MediaServiceBillingMetadata" ma:hidden="true" ma:internalName="MediaServiceBillingMetadata" ma:readOnly="true">
      <xsd:simpleType>
        <xsd:restriction base="dms:Note"/>
      </xsd:simpleType>
    </xsd:element>
    <xsd:element name="MediaServiceLocation" ma:index="20"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f23e5d5-0892-402f-9f6b-3e21ec40b34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9b3ba337-7416-40f3-ac4a-ac1593dfd092}" ma:internalName="TaxCatchAll" ma:showField="CatchAllData" ma:web="3f23e5d5-0892-402f-9f6b-3e21ec40b34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3699F32-1460-439A-83E2-3EE1B9E06CF8}">
  <ds:schemaRefs>
    <ds:schemaRef ds:uri="http://schemas.microsoft.com/office/infopath/2007/PartnerControls"/>
    <ds:schemaRef ds:uri="http://www.w3.org/XML/1998/namespace"/>
    <ds:schemaRef ds:uri="http://purl.org/dc/dcmitype/"/>
    <ds:schemaRef ds:uri="http://purl.org/dc/terms/"/>
    <ds:schemaRef ds:uri="http://schemas.microsoft.com/office/2006/metadata/properties"/>
    <ds:schemaRef ds:uri="ac75abbe-6039-43d9-8129-a512f7cad1ea"/>
    <ds:schemaRef ds:uri="http://purl.org/dc/elements/1.1/"/>
    <ds:schemaRef ds:uri="http://schemas.microsoft.com/office/2006/documentManagement/types"/>
    <ds:schemaRef ds:uri="http://schemas.openxmlformats.org/package/2006/metadata/core-properties"/>
    <ds:schemaRef ds:uri="3f23e5d5-0892-402f-9f6b-3e21ec40b34d"/>
  </ds:schemaRefs>
</ds:datastoreItem>
</file>

<file path=customXml/itemProps2.xml><?xml version="1.0" encoding="utf-8"?>
<ds:datastoreItem xmlns:ds="http://schemas.openxmlformats.org/officeDocument/2006/customXml" ds:itemID="{D42706ED-DCAD-48A3-940D-8E0E88CA27A7}">
  <ds:schemaRefs>
    <ds:schemaRef ds:uri="http://schemas.microsoft.com/sharepoint/v3/contenttype/forms"/>
  </ds:schemaRefs>
</ds:datastoreItem>
</file>

<file path=customXml/itemProps3.xml><?xml version="1.0" encoding="utf-8"?>
<ds:datastoreItem xmlns:ds="http://schemas.openxmlformats.org/officeDocument/2006/customXml" ds:itemID="{4DE8D406-CF13-4AD9-982A-45589ED7B3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c75abbe-6039-43d9-8129-a512f7cad1ea"/>
    <ds:schemaRef ds:uri="3f23e5d5-0892-402f-9f6b-3e21ec40b34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OHLA_Plantilla_PPT_01</Template>
  <TotalTime>14720</TotalTime>
  <Words>169</Words>
  <Application>Microsoft Office PowerPoint</Application>
  <PresentationFormat>Panorámica</PresentationFormat>
  <Paragraphs>18</Paragraphs>
  <Slides>5</Slides>
  <Notes>1</Notes>
  <HiddenSlides>0</HiddenSlides>
  <MMClips>0</MMClips>
  <ScaleCrop>false</ScaleCrop>
  <HeadingPairs>
    <vt:vector size="6" baseType="variant">
      <vt:variant>
        <vt:lpstr>Fuentes usadas</vt:lpstr>
      </vt:variant>
      <vt:variant>
        <vt:i4>2</vt:i4>
      </vt:variant>
      <vt:variant>
        <vt:lpstr>Tema</vt:lpstr>
      </vt:variant>
      <vt:variant>
        <vt:i4>3</vt:i4>
      </vt:variant>
      <vt:variant>
        <vt:lpstr>Títulos de diapositiva</vt:lpstr>
      </vt:variant>
      <vt:variant>
        <vt:i4>5</vt:i4>
      </vt:variant>
    </vt:vector>
  </HeadingPairs>
  <TitlesOfParts>
    <vt:vector size="10" baseType="lpstr">
      <vt:lpstr>Arial</vt:lpstr>
      <vt:lpstr>Calibri</vt:lpstr>
      <vt:lpstr>Portadas y portadillas</vt:lpstr>
      <vt:lpstr>Diapositivas</vt:lpstr>
      <vt:lpstr>1_Diapositivas</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Ines Hurtado De Mendoza Rosas</dc:creator>
  <cp:lastModifiedBy>Anibal Teofilo Mendoza Trejo</cp:lastModifiedBy>
  <cp:revision>650</cp:revision>
  <dcterms:created xsi:type="dcterms:W3CDTF">2021-07-27T00:40:12Z</dcterms:created>
  <dcterms:modified xsi:type="dcterms:W3CDTF">2026-10-27T17:40:08Z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0x0101006E452229A17967418DF33640A1281E27009A14DD3DDADBD74DA93359E933CBE834</vt:lpwstr>
  </property>
  <property fmtid="{D5CDD505-2E9C-101B-9397-08002B2CF9AE}" pid="3" name="MediaServiceImageTags">
    <vt:lpwstr/>
  </property>
</Properties>
</file>